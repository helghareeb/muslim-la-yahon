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2" r:id="rId2"/>
  </p:sldMasterIdLst>
  <p:notesMasterIdLst>
    <p:notesMasterId r:id="rId118"/>
  </p:notesMasterIdLst>
  <p:sldIdLst>
    <p:sldId id="256" r:id="rId3"/>
    <p:sldId id="257" r:id="rId4"/>
    <p:sldId id="258" r:id="rId5"/>
    <p:sldId id="259" r:id="rId6"/>
    <p:sldId id="260" r:id="rId7"/>
    <p:sldId id="343" r:id="rId8"/>
    <p:sldId id="356" r:id="rId9"/>
    <p:sldId id="357" r:id="rId10"/>
    <p:sldId id="358" r:id="rId11"/>
    <p:sldId id="359" r:id="rId12"/>
    <p:sldId id="360" r:id="rId13"/>
    <p:sldId id="265" r:id="rId14"/>
    <p:sldId id="262" r:id="rId15"/>
    <p:sldId id="263" r:id="rId16"/>
    <p:sldId id="264" r:id="rId17"/>
    <p:sldId id="344" r:id="rId18"/>
    <p:sldId id="345" r:id="rId19"/>
    <p:sldId id="266" r:id="rId20"/>
    <p:sldId id="269" r:id="rId21"/>
    <p:sldId id="268" r:id="rId22"/>
    <p:sldId id="347" r:id="rId23"/>
    <p:sldId id="267" r:id="rId24"/>
    <p:sldId id="270" r:id="rId25"/>
    <p:sldId id="271" r:id="rId26"/>
    <p:sldId id="272" r:id="rId27"/>
    <p:sldId id="346" r:id="rId28"/>
    <p:sldId id="273" r:id="rId29"/>
    <p:sldId id="275" r:id="rId30"/>
    <p:sldId id="274" r:id="rId31"/>
    <p:sldId id="276" r:id="rId32"/>
    <p:sldId id="277" r:id="rId33"/>
    <p:sldId id="279" r:id="rId34"/>
    <p:sldId id="278" r:id="rId35"/>
    <p:sldId id="348" r:id="rId36"/>
    <p:sldId id="280" r:id="rId37"/>
    <p:sldId id="341" r:id="rId38"/>
    <p:sldId id="349"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350" r:id="rId55"/>
    <p:sldId id="351" r:id="rId56"/>
    <p:sldId id="296" r:id="rId57"/>
    <p:sldId id="297" r:id="rId58"/>
    <p:sldId id="353" r:id="rId59"/>
    <p:sldId id="298" r:id="rId60"/>
    <p:sldId id="299" r:id="rId61"/>
    <p:sldId id="300" r:id="rId62"/>
    <p:sldId id="301" r:id="rId63"/>
    <p:sldId id="302" r:id="rId64"/>
    <p:sldId id="352" r:id="rId65"/>
    <p:sldId id="303" r:id="rId66"/>
    <p:sldId id="304" r:id="rId67"/>
    <p:sldId id="305" r:id="rId68"/>
    <p:sldId id="306" r:id="rId69"/>
    <p:sldId id="307" r:id="rId70"/>
    <p:sldId id="372" r:id="rId71"/>
    <p:sldId id="308" r:id="rId72"/>
    <p:sldId id="309" r:id="rId73"/>
    <p:sldId id="310" r:id="rId74"/>
    <p:sldId id="312" r:id="rId75"/>
    <p:sldId id="311" r:id="rId76"/>
    <p:sldId id="313" r:id="rId77"/>
    <p:sldId id="314" r:id="rId78"/>
    <p:sldId id="315" r:id="rId79"/>
    <p:sldId id="316" r:id="rId80"/>
    <p:sldId id="373" r:id="rId81"/>
    <p:sldId id="317" r:id="rId82"/>
    <p:sldId id="318" r:id="rId83"/>
    <p:sldId id="320" r:id="rId84"/>
    <p:sldId id="321" r:id="rId85"/>
    <p:sldId id="342" r:id="rId86"/>
    <p:sldId id="367" r:id="rId87"/>
    <p:sldId id="366" r:id="rId88"/>
    <p:sldId id="322" r:id="rId89"/>
    <p:sldId id="355" r:id="rId90"/>
    <p:sldId id="354" r:id="rId91"/>
    <p:sldId id="323" r:id="rId92"/>
    <p:sldId id="325" r:id="rId93"/>
    <p:sldId id="335" r:id="rId94"/>
    <p:sldId id="326" r:id="rId95"/>
    <p:sldId id="327" r:id="rId96"/>
    <p:sldId id="328" r:id="rId97"/>
    <p:sldId id="329" r:id="rId98"/>
    <p:sldId id="361" r:id="rId99"/>
    <p:sldId id="330" r:id="rId100"/>
    <p:sldId id="331" r:id="rId101"/>
    <p:sldId id="332" r:id="rId102"/>
    <p:sldId id="370" r:id="rId103"/>
    <p:sldId id="371" r:id="rId104"/>
    <p:sldId id="339" r:id="rId105"/>
    <p:sldId id="333" r:id="rId106"/>
    <p:sldId id="340" r:id="rId107"/>
    <p:sldId id="363" r:id="rId108"/>
    <p:sldId id="364" r:id="rId109"/>
    <p:sldId id="365" r:id="rId110"/>
    <p:sldId id="368" r:id="rId111"/>
    <p:sldId id="369" r:id="rId112"/>
    <p:sldId id="362" r:id="rId113"/>
    <p:sldId id="334" r:id="rId114"/>
    <p:sldId id="336" r:id="rId115"/>
    <p:sldId id="337" r:id="rId116"/>
    <p:sldId id="338" r:id="rId117"/>
  </p:sldIdLst>
  <p:sldSz cx="10799763" cy="10799763"/>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9D2478-FD1F-4D60-9321-A1EA5DD319F4}" v="1" dt="2024-05-28T17:21:23.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61961" autoAdjust="0"/>
  </p:normalViewPr>
  <p:slideViewPr>
    <p:cSldViewPr snapToGrid="0">
      <p:cViewPr varScale="1">
        <p:scale>
          <a:sx n="32" d="100"/>
          <a:sy n="32" d="100"/>
        </p:scale>
        <p:origin x="277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microsoft.com/office/2016/11/relationships/changesInfo" Target="changesInfos/changesInfo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notesMaster" Target="notesMasters/notesMaster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microsoft.com/office/2015/10/relationships/revisionInfo" Target="revisionInfo.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presProps" Target="presProps.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theme" Target="theme/theme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itham El-Ghareeb" userId="884d53972dac1860" providerId="LiveId" clId="{0E408762-04E4-4536-AF42-9B80C65A8FB6}"/>
    <pc:docChg chg="addSld modSld">
      <pc:chgData name="Haitham El-Ghareeb" userId="884d53972dac1860" providerId="LiveId" clId="{0E408762-04E4-4536-AF42-9B80C65A8FB6}" dt="2024-05-26T23:26:37.974" v="94"/>
      <pc:docMkLst>
        <pc:docMk/>
      </pc:docMkLst>
      <pc:sldChg chg="modSp mod modNotesTx">
        <pc:chgData name="Haitham El-Ghareeb" userId="884d53972dac1860" providerId="LiveId" clId="{0E408762-04E4-4536-AF42-9B80C65A8FB6}" dt="2024-05-26T23:25:49.044" v="58" actId="20577"/>
        <pc:sldMkLst>
          <pc:docMk/>
          <pc:sldMk cId="2162907151" sldId="342"/>
        </pc:sldMkLst>
        <pc:spChg chg="mod">
          <ac:chgData name="Haitham El-Ghareeb" userId="884d53972dac1860" providerId="LiveId" clId="{0E408762-04E4-4536-AF42-9B80C65A8FB6}" dt="2024-05-26T23:25:38.584" v="32" actId="20577"/>
          <ac:spMkLst>
            <pc:docMk/>
            <pc:sldMk cId="2162907151" sldId="342"/>
            <ac:spMk id="3" creationId="{2DABA8D1-175F-F51A-869D-97D3E8CEC5F4}"/>
          </ac:spMkLst>
        </pc:spChg>
      </pc:sldChg>
      <pc:sldChg chg="modSp mod">
        <pc:chgData name="Haitham El-Ghareeb" userId="884d53972dac1860" providerId="LiveId" clId="{0E408762-04E4-4536-AF42-9B80C65A8FB6}" dt="2024-05-26T23:22:55.577" v="4" actId="20577"/>
        <pc:sldMkLst>
          <pc:docMk/>
          <pc:sldMk cId="1385653262" sldId="352"/>
        </pc:sldMkLst>
        <pc:spChg chg="mod">
          <ac:chgData name="Haitham El-Ghareeb" userId="884d53972dac1860" providerId="LiveId" clId="{0E408762-04E4-4536-AF42-9B80C65A8FB6}" dt="2024-05-26T23:22:55.577" v="4" actId="20577"/>
          <ac:spMkLst>
            <pc:docMk/>
            <pc:sldMk cId="1385653262" sldId="352"/>
            <ac:spMk id="2" creationId="{0AFF82F6-569A-C86C-002A-6E4A893AE6BF}"/>
          </ac:spMkLst>
        </pc:spChg>
      </pc:sldChg>
      <pc:sldChg chg="modSp add mod">
        <pc:chgData name="Haitham El-Ghareeb" userId="884d53972dac1860" providerId="LiveId" clId="{0E408762-04E4-4536-AF42-9B80C65A8FB6}" dt="2024-05-26T23:25:56.929" v="59" actId="6549"/>
        <pc:sldMkLst>
          <pc:docMk/>
          <pc:sldMk cId="958218507" sldId="366"/>
        </pc:sldMkLst>
        <pc:spChg chg="mod">
          <ac:chgData name="Haitham El-Ghareeb" userId="884d53972dac1860" providerId="LiveId" clId="{0E408762-04E4-4536-AF42-9B80C65A8FB6}" dt="2024-05-26T23:25:56.929" v="59" actId="6549"/>
          <ac:spMkLst>
            <pc:docMk/>
            <pc:sldMk cId="958218507" sldId="366"/>
            <ac:spMk id="3" creationId="{2DABA8D1-175F-F51A-869D-97D3E8CEC5F4}"/>
          </ac:spMkLst>
        </pc:spChg>
      </pc:sldChg>
      <pc:sldChg chg="modSp add mod">
        <pc:chgData name="Haitham El-Ghareeb" userId="884d53972dac1860" providerId="LiveId" clId="{0E408762-04E4-4536-AF42-9B80C65A8FB6}" dt="2024-05-26T23:26:37.974" v="94"/>
        <pc:sldMkLst>
          <pc:docMk/>
          <pc:sldMk cId="1306935299" sldId="367"/>
        </pc:sldMkLst>
        <pc:spChg chg="mod">
          <ac:chgData name="Haitham El-Ghareeb" userId="884d53972dac1860" providerId="LiveId" clId="{0E408762-04E4-4536-AF42-9B80C65A8FB6}" dt="2024-05-26T23:26:37.974" v="94"/>
          <ac:spMkLst>
            <pc:docMk/>
            <pc:sldMk cId="1306935299" sldId="367"/>
            <ac:spMk id="3" creationId="{2DABA8D1-175F-F51A-869D-97D3E8CEC5F4}"/>
          </ac:spMkLst>
        </pc:spChg>
      </pc:sldChg>
    </pc:docChg>
  </pc:docChgLst>
  <pc:docChgLst>
    <pc:chgData name="Haitham El-Ghareeb" userId="884d53972dac1860" providerId="LiveId" clId="{B79D2478-FD1F-4D60-9321-A1EA5DD319F4}"/>
    <pc:docChg chg="undo custSel addSld delSld modSld sldOrd">
      <pc:chgData name="Haitham El-Ghareeb" userId="884d53972dac1860" providerId="LiveId" clId="{B79D2478-FD1F-4D60-9321-A1EA5DD319F4}" dt="2024-05-28T20:24:45.462" v="2629" actId="255"/>
      <pc:docMkLst>
        <pc:docMk/>
      </pc:docMkLst>
      <pc:sldChg chg="modNotesTx">
        <pc:chgData name="Haitham El-Ghareeb" userId="884d53972dac1860" providerId="LiveId" clId="{B79D2478-FD1F-4D60-9321-A1EA5DD319F4}" dt="2024-05-28T18:01:58.782" v="2625" actId="20577"/>
        <pc:sldMkLst>
          <pc:docMk/>
          <pc:sldMk cId="3321169527" sldId="256"/>
        </pc:sldMkLst>
      </pc:sldChg>
      <pc:sldChg chg="modSp mod">
        <pc:chgData name="Haitham El-Ghareeb" userId="884d53972dac1860" providerId="LiveId" clId="{B79D2478-FD1F-4D60-9321-A1EA5DD319F4}" dt="2024-05-28T20:24:12.024" v="2627" actId="255"/>
        <pc:sldMkLst>
          <pc:docMk/>
          <pc:sldMk cId="610102341" sldId="259"/>
        </pc:sldMkLst>
        <pc:spChg chg="mod">
          <ac:chgData name="Haitham El-Ghareeb" userId="884d53972dac1860" providerId="LiveId" clId="{B79D2478-FD1F-4D60-9321-A1EA5DD319F4}" dt="2024-05-28T20:24:12.024" v="2627" actId="255"/>
          <ac:spMkLst>
            <pc:docMk/>
            <pc:sldMk cId="610102341" sldId="259"/>
            <ac:spMk id="3" creationId="{F1AB74ED-A6DF-0403-6D40-F8CDC14B5919}"/>
          </ac:spMkLst>
        </pc:spChg>
      </pc:sldChg>
      <pc:sldChg chg="modSp mod">
        <pc:chgData name="Haitham El-Ghareeb" userId="884d53972dac1860" providerId="LiveId" clId="{B79D2478-FD1F-4D60-9321-A1EA5DD319F4}" dt="2024-05-28T17:15:39.397" v="6" actId="20577"/>
        <pc:sldMkLst>
          <pc:docMk/>
          <pc:sldMk cId="2895927146" sldId="267"/>
        </pc:sldMkLst>
        <pc:spChg chg="mod">
          <ac:chgData name="Haitham El-Ghareeb" userId="884d53972dac1860" providerId="LiveId" clId="{B79D2478-FD1F-4D60-9321-A1EA5DD319F4}" dt="2024-05-28T17:15:39.397" v="6" actId="20577"/>
          <ac:spMkLst>
            <pc:docMk/>
            <pc:sldMk cId="2895927146" sldId="267"/>
            <ac:spMk id="3" creationId="{5C3269BD-7212-E863-D347-D3F0A963FD1F}"/>
          </ac:spMkLst>
        </pc:spChg>
      </pc:sldChg>
      <pc:sldChg chg="modSp mod">
        <pc:chgData name="Haitham El-Ghareeb" userId="884d53972dac1860" providerId="LiveId" clId="{B79D2478-FD1F-4D60-9321-A1EA5DD319F4}" dt="2024-05-28T17:15:21.168" v="5" actId="6549"/>
        <pc:sldMkLst>
          <pc:docMk/>
          <pc:sldMk cId="678446904" sldId="268"/>
        </pc:sldMkLst>
        <pc:spChg chg="mod">
          <ac:chgData name="Haitham El-Ghareeb" userId="884d53972dac1860" providerId="LiveId" clId="{B79D2478-FD1F-4D60-9321-A1EA5DD319F4}" dt="2024-05-28T17:15:21.168" v="5" actId="6549"/>
          <ac:spMkLst>
            <pc:docMk/>
            <pc:sldMk cId="678446904" sldId="268"/>
            <ac:spMk id="3" creationId="{12AA096E-8E2A-4509-45C0-CE3B1C0CD90A}"/>
          </ac:spMkLst>
        </pc:spChg>
      </pc:sldChg>
      <pc:sldChg chg="modSp mod">
        <pc:chgData name="Haitham El-Ghareeb" userId="884d53972dac1860" providerId="LiveId" clId="{B79D2478-FD1F-4D60-9321-A1EA5DD319F4}" dt="2024-05-28T17:15:54.780" v="8" actId="20577"/>
        <pc:sldMkLst>
          <pc:docMk/>
          <pc:sldMk cId="1546265256" sldId="270"/>
        </pc:sldMkLst>
        <pc:spChg chg="mod">
          <ac:chgData name="Haitham El-Ghareeb" userId="884d53972dac1860" providerId="LiveId" clId="{B79D2478-FD1F-4D60-9321-A1EA5DD319F4}" dt="2024-05-28T17:15:54.780" v="8" actId="20577"/>
          <ac:spMkLst>
            <pc:docMk/>
            <pc:sldMk cId="1546265256" sldId="270"/>
            <ac:spMk id="3" creationId="{C2570352-57B6-DB6B-7CA3-0564C2578E29}"/>
          </ac:spMkLst>
        </pc:spChg>
      </pc:sldChg>
      <pc:sldChg chg="modSp mod">
        <pc:chgData name="Haitham El-Ghareeb" userId="884d53972dac1860" providerId="LiveId" clId="{B79D2478-FD1F-4D60-9321-A1EA5DD319F4}" dt="2024-05-28T17:14:15.646" v="0" actId="5793"/>
        <pc:sldMkLst>
          <pc:docMk/>
          <pc:sldMk cId="4089930201" sldId="329"/>
        </pc:sldMkLst>
        <pc:spChg chg="mod">
          <ac:chgData name="Haitham El-Ghareeb" userId="884d53972dac1860" providerId="LiveId" clId="{B79D2478-FD1F-4D60-9321-A1EA5DD319F4}" dt="2024-05-28T17:14:15.646" v="0" actId="5793"/>
          <ac:spMkLst>
            <pc:docMk/>
            <pc:sldMk cId="4089930201" sldId="329"/>
            <ac:spMk id="3" creationId="{A2A0F14C-9CDB-1731-2D30-87F42BA69811}"/>
          </ac:spMkLst>
        </pc:spChg>
      </pc:sldChg>
      <pc:sldChg chg="modSp mod">
        <pc:chgData name="Haitham El-Ghareeb" userId="884d53972dac1860" providerId="LiveId" clId="{B79D2478-FD1F-4D60-9321-A1EA5DD319F4}" dt="2024-05-28T20:24:01.820" v="2626" actId="3062"/>
        <pc:sldMkLst>
          <pc:docMk/>
          <pc:sldMk cId="3413898481" sldId="356"/>
        </pc:sldMkLst>
        <pc:spChg chg="mod">
          <ac:chgData name="Haitham El-Ghareeb" userId="884d53972dac1860" providerId="LiveId" clId="{B79D2478-FD1F-4D60-9321-A1EA5DD319F4}" dt="2024-05-28T20:24:01.820" v="2626" actId="3062"/>
          <ac:spMkLst>
            <pc:docMk/>
            <pc:sldMk cId="3413898481" sldId="356"/>
            <ac:spMk id="3" creationId="{6CFAFBFB-86AC-B99B-B3EF-D5196970152D}"/>
          </ac:spMkLst>
        </pc:spChg>
      </pc:sldChg>
      <pc:sldChg chg="modSp mod">
        <pc:chgData name="Haitham El-Ghareeb" userId="884d53972dac1860" providerId="LiveId" clId="{B79D2478-FD1F-4D60-9321-A1EA5DD319F4}" dt="2024-05-28T20:24:34.970" v="2628" actId="255"/>
        <pc:sldMkLst>
          <pc:docMk/>
          <pc:sldMk cId="2662475179" sldId="359"/>
        </pc:sldMkLst>
        <pc:spChg chg="mod">
          <ac:chgData name="Haitham El-Ghareeb" userId="884d53972dac1860" providerId="LiveId" clId="{B79D2478-FD1F-4D60-9321-A1EA5DD319F4}" dt="2024-05-28T20:24:34.970" v="2628" actId="255"/>
          <ac:spMkLst>
            <pc:docMk/>
            <pc:sldMk cId="2662475179" sldId="359"/>
            <ac:spMk id="3" creationId="{6CFAFBFB-86AC-B99B-B3EF-D5196970152D}"/>
          </ac:spMkLst>
        </pc:spChg>
      </pc:sldChg>
      <pc:sldChg chg="modSp mod">
        <pc:chgData name="Haitham El-Ghareeb" userId="884d53972dac1860" providerId="LiveId" clId="{B79D2478-FD1F-4D60-9321-A1EA5DD319F4}" dt="2024-05-28T20:24:45.462" v="2629" actId="255"/>
        <pc:sldMkLst>
          <pc:docMk/>
          <pc:sldMk cId="118819590" sldId="360"/>
        </pc:sldMkLst>
        <pc:spChg chg="mod">
          <ac:chgData name="Haitham El-Ghareeb" userId="884d53972dac1860" providerId="LiveId" clId="{B79D2478-FD1F-4D60-9321-A1EA5DD319F4}" dt="2024-05-28T20:24:45.462" v="2629" actId="255"/>
          <ac:spMkLst>
            <pc:docMk/>
            <pc:sldMk cId="118819590" sldId="360"/>
            <ac:spMk id="3" creationId="{6CFAFBFB-86AC-B99B-B3EF-D5196970152D}"/>
          </ac:spMkLst>
        </pc:spChg>
      </pc:sldChg>
      <pc:sldChg chg="modSp add mod">
        <pc:chgData name="Haitham El-Ghareeb" userId="884d53972dac1860" providerId="LiveId" clId="{B79D2478-FD1F-4D60-9321-A1EA5DD319F4}" dt="2024-05-28T17:19:24.480" v="11"/>
        <pc:sldMkLst>
          <pc:docMk/>
          <pc:sldMk cId="2948847389" sldId="368"/>
        </pc:sldMkLst>
        <pc:spChg chg="mod">
          <ac:chgData name="Haitham El-Ghareeb" userId="884d53972dac1860" providerId="LiveId" clId="{B79D2478-FD1F-4D60-9321-A1EA5DD319F4}" dt="2024-05-28T17:19:24.480" v="11"/>
          <ac:spMkLst>
            <pc:docMk/>
            <pc:sldMk cId="2948847389" sldId="368"/>
            <ac:spMk id="3" creationId="{E1624F70-83D0-E3AD-B218-FE43162600D4}"/>
          </ac:spMkLst>
        </pc:spChg>
      </pc:sldChg>
      <pc:sldChg chg="modSp add mod">
        <pc:chgData name="Haitham El-Ghareeb" userId="884d53972dac1860" providerId="LiveId" clId="{B79D2478-FD1F-4D60-9321-A1EA5DD319F4}" dt="2024-05-28T17:19:59.749" v="14"/>
        <pc:sldMkLst>
          <pc:docMk/>
          <pc:sldMk cId="3984539273" sldId="369"/>
        </pc:sldMkLst>
        <pc:spChg chg="mod">
          <ac:chgData name="Haitham El-Ghareeb" userId="884d53972dac1860" providerId="LiveId" clId="{B79D2478-FD1F-4D60-9321-A1EA5DD319F4}" dt="2024-05-28T17:19:59.749" v="14"/>
          <ac:spMkLst>
            <pc:docMk/>
            <pc:sldMk cId="3984539273" sldId="369"/>
            <ac:spMk id="3" creationId="{E1624F70-83D0-E3AD-B218-FE43162600D4}"/>
          </ac:spMkLst>
        </pc:spChg>
      </pc:sldChg>
      <pc:sldChg chg="modSp add mod">
        <pc:chgData name="Haitham El-Ghareeb" userId="884d53972dac1860" providerId="LiveId" clId="{B79D2478-FD1F-4D60-9321-A1EA5DD319F4}" dt="2024-05-28T17:21:44.139" v="30" actId="403"/>
        <pc:sldMkLst>
          <pc:docMk/>
          <pc:sldMk cId="368715182" sldId="370"/>
        </pc:sldMkLst>
        <pc:spChg chg="mod">
          <ac:chgData name="Haitham El-Ghareeb" userId="884d53972dac1860" providerId="LiveId" clId="{B79D2478-FD1F-4D60-9321-A1EA5DD319F4}" dt="2024-05-28T17:21:44.139" v="30" actId="403"/>
          <ac:spMkLst>
            <pc:docMk/>
            <pc:sldMk cId="368715182" sldId="370"/>
            <ac:spMk id="3" creationId="{E1624F70-83D0-E3AD-B218-FE43162600D4}"/>
          </ac:spMkLst>
        </pc:spChg>
      </pc:sldChg>
      <pc:sldChg chg="modSp add del mod">
        <pc:chgData name="Haitham El-Ghareeb" userId="884d53972dac1860" providerId="LiveId" clId="{B79D2478-FD1F-4D60-9321-A1EA5DD319F4}" dt="2024-05-28T17:20:52.783" v="21" actId="2696"/>
        <pc:sldMkLst>
          <pc:docMk/>
          <pc:sldMk cId="2187767755" sldId="370"/>
        </pc:sldMkLst>
        <pc:spChg chg="mod">
          <ac:chgData name="Haitham El-Ghareeb" userId="884d53972dac1860" providerId="LiveId" clId="{B79D2478-FD1F-4D60-9321-A1EA5DD319F4}" dt="2024-05-28T17:20:18.961" v="17"/>
          <ac:spMkLst>
            <pc:docMk/>
            <pc:sldMk cId="2187767755" sldId="370"/>
            <ac:spMk id="3" creationId="{E1624F70-83D0-E3AD-B218-FE43162600D4}"/>
          </ac:spMkLst>
        </pc:spChg>
      </pc:sldChg>
      <pc:sldChg chg="modSp add del mod">
        <pc:chgData name="Haitham El-Ghareeb" userId="884d53972dac1860" providerId="LiveId" clId="{B79D2478-FD1F-4D60-9321-A1EA5DD319F4}" dt="2024-05-28T17:20:52.783" v="21" actId="2696"/>
        <pc:sldMkLst>
          <pc:docMk/>
          <pc:sldMk cId="2896796978" sldId="371"/>
        </pc:sldMkLst>
        <pc:spChg chg="mod">
          <ac:chgData name="Haitham El-Ghareeb" userId="884d53972dac1860" providerId="LiveId" clId="{B79D2478-FD1F-4D60-9321-A1EA5DD319F4}" dt="2024-05-28T17:20:36.925" v="20"/>
          <ac:spMkLst>
            <pc:docMk/>
            <pc:sldMk cId="2896796978" sldId="371"/>
            <ac:spMk id="3" creationId="{E1624F70-83D0-E3AD-B218-FE43162600D4}"/>
          </ac:spMkLst>
        </pc:spChg>
      </pc:sldChg>
      <pc:sldChg chg="modSp add mod">
        <pc:chgData name="Haitham El-Ghareeb" userId="884d53972dac1860" providerId="LiveId" clId="{B79D2478-FD1F-4D60-9321-A1EA5DD319F4}" dt="2024-05-28T17:22:03.753" v="35" actId="20577"/>
        <pc:sldMkLst>
          <pc:docMk/>
          <pc:sldMk cId="4286878546" sldId="371"/>
        </pc:sldMkLst>
        <pc:spChg chg="mod">
          <ac:chgData name="Haitham El-Ghareeb" userId="884d53972dac1860" providerId="LiveId" clId="{B79D2478-FD1F-4D60-9321-A1EA5DD319F4}" dt="2024-05-28T17:22:03.753" v="35" actId="20577"/>
          <ac:spMkLst>
            <pc:docMk/>
            <pc:sldMk cId="4286878546" sldId="371"/>
            <ac:spMk id="3" creationId="{E1624F70-83D0-E3AD-B218-FE43162600D4}"/>
          </ac:spMkLst>
        </pc:spChg>
      </pc:sldChg>
      <pc:sldChg chg="modSp new mod ord">
        <pc:chgData name="Haitham El-Ghareeb" userId="884d53972dac1860" providerId="LiveId" clId="{B79D2478-FD1F-4D60-9321-A1EA5DD319F4}" dt="2024-05-28T17:24:19.150" v="47"/>
        <pc:sldMkLst>
          <pc:docMk/>
          <pc:sldMk cId="405300621" sldId="372"/>
        </pc:sldMkLst>
        <pc:spChg chg="mod">
          <ac:chgData name="Haitham El-Ghareeb" userId="884d53972dac1860" providerId="LiveId" clId="{B79D2478-FD1F-4D60-9321-A1EA5DD319F4}" dt="2024-05-28T17:24:03.635" v="45" actId="20577"/>
          <ac:spMkLst>
            <pc:docMk/>
            <pc:sldMk cId="405300621" sldId="372"/>
            <ac:spMk id="3" creationId="{3A82D260-6CFE-9BAA-6958-270E597CBFBF}"/>
          </ac:spMkLst>
        </pc:spChg>
      </pc:sldChg>
      <pc:sldChg chg="modSp new mod">
        <pc:chgData name="Haitham El-Ghareeb" userId="884d53972dac1860" providerId="LiveId" clId="{B79D2478-FD1F-4D60-9321-A1EA5DD319F4}" dt="2024-05-28T17:25:07.938" v="57" actId="403"/>
        <pc:sldMkLst>
          <pc:docMk/>
          <pc:sldMk cId="2583206728" sldId="373"/>
        </pc:sldMkLst>
        <pc:spChg chg="mod">
          <ac:chgData name="Haitham El-Ghareeb" userId="884d53972dac1860" providerId="LiveId" clId="{B79D2478-FD1F-4D60-9321-A1EA5DD319F4}" dt="2024-05-28T17:25:07.938" v="57" actId="403"/>
          <ac:spMkLst>
            <pc:docMk/>
            <pc:sldMk cId="2583206728" sldId="373"/>
            <ac:spMk id="3" creationId="{2169587C-1C23-3BFA-1C75-09BE174AB6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ar-EG"/>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5EA52B48-DAC6-4CC1-9307-3A5899A061B2}" type="datetimeFigureOut">
              <a:rPr lang="ar-EG" smtClean="0"/>
              <a:t>21/11/1445</a:t>
            </a:fld>
            <a:endParaRPr lang="ar-EG"/>
          </a:p>
        </p:txBody>
      </p:sp>
      <p:sp>
        <p:nvSpPr>
          <p:cNvPr id="4" name="عنصر نائب لصورة الشريحة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1" anchor="ctr"/>
          <a:lstStyle/>
          <a:p>
            <a:endParaRPr lang="ar-EG"/>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EG"/>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ar-EG"/>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4334677D-9AEC-4BA1-ADEE-6ECC8F12523A}" type="slidenum">
              <a:rPr lang="ar-EG" smtClean="0"/>
              <a:t>‹#›</a:t>
            </a:fld>
            <a:endParaRPr lang="ar-EG"/>
          </a:p>
        </p:txBody>
      </p:sp>
    </p:spTree>
    <p:extLst>
      <p:ext uri="{BB962C8B-B14F-4D97-AF65-F5344CB8AC3E}">
        <p14:creationId xmlns:p14="http://schemas.microsoft.com/office/powerpoint/2010/main" val="3453892087"/>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ar-EG" dirty="0"/>
              <a:t>بسم الله الرحمن الرحيم</a:t>
            </a:r>
          </a:p>
          <a:p>
            <a:r>
              <a:rPr lang="ar-EG" dirty="0"/>
              <a:t>الحمد لله وحدة والصلاة والسلام على من </a:t>
            </a:r>
            <a:r>
              <a:rPr lang="ar-EG" dirty="0" err="1"/>
              <a:t>لانبي</a:t>
            </a:r>
            <a:r>
              <a:rPr lang="ar-EG" dirty="0"/>
              <a:t> بعده </a:t>
            </a:r>
          </a:p>
          <a:p>
            <a:r>
              <a:rPr lang="ar-EG" dirty="0"/>
              <a:t>وأشهد أن لا إله إلا الله وحدة لا شريك له </a:t>
            </a:r>
          </a:p>
          <a:p>
            <a:r>
              <a:rPr lang="ar-EG" dirty="0"/>
              <a:t>وأشهد أن محمدا عبده ورسوله </a:t>
            </a:r>
          </a:p>
          <a:p>
            <a:r>
              <a:rPr lang="ar-EG" dirty="0"/>
              <a:t>اللهم صلي وسلم وزد وبارك على النبي الحبيب محمد وعلى آله وصحبه وسلم </a:t>
            </a:r>
          </a:p>
          <a:p>
            <a:r>
              <a:rPr lang="ar-EG" dirty="0"/>
              <a:t>أما بعد </a:t>
            </a:r>
          </a:p>
          <a:p>
            <a:r>
              <a:rPr lang="ar-EG" dirty="0"/>
              <a:t>وقفة تأمل سريعة بعنوان - المسلم لا يهون على الله عز وجل وإن هان على الناس – </a:t>
            </a:r>
          </a:p>
          <a:p>
            <a:r>
              <a:rPr lang="ar-EG" dirty="0"/>
              <a:t>قد يتصور البعض بما إن المسلمين هما الوحيدين على وجه الأرض الذين يعبدون الله عز وجل وحده حق العبادة، </a:t>
            </a:r>
          </a:p>
          <a:p>
            <a:r>
              <a:rPr lang="ar-EG" dirty="0"/>
              <a:t>على الشريعة الحقة، بدون تحريف أو تبديل أو تغيير، أو شرك ظاهر أو خفي، </a:t>
            </a:r>
          </a:p>
          <a:p>
            <a:r>
              <a:rPr lang="ar-EG" dirty="0"/>
              <a:t>طيب ازاي يكون ده حالهم في الدنيا ؟</a:t>
            </a:r>
          </a:p>
          <a:p>
            <a:r>
              <a:rPr lang="ar-EG" dirty="0"/>
              <a:t>يعني </a:t>
            </a:r>
            <a:r>
              <a:rPr lang="ar-EG" dirty="0" err="1"/>
              <a:t>إزاي</a:t>
            </a:r>
            <a:r>
              <a:rPr lang="ar-EG" dirty="0"/>
              <a:t> يبقى ده حال المسلمين و يحصل ده كله واللي بنشوفه ونسمعه ونعيشه من مآسي وقتل وتشريد واضطهاد، تقريبا في كل مكان على وجه الأرض يكاد ما </a:t>
            </a:r>
            <a:r>
              <a:rPr lang="ar-EG" dirty="0" err="1"/>
              <a:t>تلاقيش</a:t>
            </a:r>
            <a:r>
              <a:rPr lang="ar-EG" dirty="0"/>
              <a:t> دم مراق إلا دماء المسلمين،</a:t>
            </a:r>
          </a:p>
          <a:p>
            <a:r>
              <a:rPr lang="ar-EG" dirty="0"/>
              <a:t>نسأل الله عز وجل أن يرفع الغمة عن الأمة وأن يهيئ لها أمر رشد يعز فيه أهل الطاعة، ويُهدى فيه أهل المعصية، ويقصم فيه أهل الكبر والجبروت والطغيان، </a:t>
            </a:r>
          </a:p>
          <a:p>
            <a:r>
              <a:rPr lang="ar-EG" dirty="0"/>
              <a:t>ونسأل الله العظيم أن يرحم موتى المسلمين، ويشفى مرضاهم، ويداوي جرحاهم، ويرد غائبهم سالما معافى، وأن يطعمهم من جوع، ويؤمنهم من خوف،</a:t>
            </a:r>
          </a:p>
          <a:p>
            <a:r>
              <a:rPr lang="ar-EG" dirty="0"/>
              <a:t>وأن يوحد كلمتهم على الحق والهدى، وأن ينصرهم، وأن يهلك عدوهم ومن بغى وطغى عليهم، </a:t>
            </a:r>
          </a:p>
          <a:p>
            <a:r>
              <a:rPr lang="ar-EG" dirty="0" err="1"/>
              <a:t>هنقف</a:t>
            </a:r>
            <a:r>
              <a:rPr lang="ar-EG" dirty="0"/>
              <a:t> – إن شاء الله - وقفة سريعة جدا ونشوف هل يا ترى في ارتباط ما بين أحوال المسلمين في الأمور الدنيوية مش الأمور الدينية، هل في ارتباط بين أحوال المسلمين في الأمور الدنيوية وبين كرامتهم على الله عز وجل، ولا دول حاجتين ممكن يكونوا منفصلتين والارتباط بينهم مش لازم، يعني قد يحدث، فلو حصل ان أمور الدنيا مستقرة و طيبة مع صلاح الدين اللي هو الأساس نحمد الله عز وجل، ولو </a:t>
            </a:r>
            <a:r>
              <a:rPr lang="ar-EG" dirty="0" err="1"/>
              <a:t>محصلش</a:t>
            </a:r>
            <a:r>
              <a:rPr lang="ar-EG" dirty="0"/>
              <a:t> نبقى فاهمين إيه الموضوع</a:t>
            </a:r>
          </a:p>
          <a:p>
            <a:r>
              <a:rPr lang="ar-EG" dirty="0"/>
              <a:t>على شان نجاوب على السؤال ده في محورين ممكن نتكلم فيهم المحور الأول هل إحنا كمسلمين عموم المسلمين طبقنا تعاليم و دين الله عز وجل وطبقنا الشريعة فبالتالي </a:t>
            </a:r>
            <a:r>
              <a:rPr lang="ar-EG" dirty="0" err="1"/>
              <a:t>شايفين</a:t>
            </a:r>
            <a:r>
              <a:rPr lang="ar-EG" dirty="0"/>
              <a:t> إن احنا محتاجين نراجع الشريعة نفسها خصوصا إن احنا شفنا من سيرة النبي صلى الله عليه وسلم وسير الصحابة رضي الله عنهم في مدة قصيرة جدا لما طبقوا شرع الله عز وجل وكانوا على الحق والهدى ملكوا الأرض مع ما وعدهم الله يوم القيامة وفي الآخرة من الجنة والنعيم المقيم، ولا إحنا عندنا قصور وتقصير واضح جدا في تطبيق الشريعة و في القيام بالواجبات اللي أمرنا الله عز وجل بها في القرآن الكريم وفي سنة النبي محمد صلى الله عليه وسلم وإن في بعد كبير جدا من </a:t>
            </a:r>
            <a:r>
              <a:rPr lang="ar-EG" dirty="0" err="1"/>
              <a:t>إللي</a:t>
            </a:r>
            <a:r>
              <a:rPr lang="ar-EG" dirty="0"/>
              <a:t> كان عليه النبي صلى الله عليه وسلم والصحابة وبين أحوالنا وطبعا في الكلام ده مش </a:t>
            </a:r>
            <a:r>
              <a:rPr lang="ar-EG" dirty="0" err="1"/>
              <a:t>بستثني</a:t>
            </a:r>
            <a:r>
              <a:rPr lang="ar-EG" dirty="0"/>
              <a:t> نفسي ولا حاجة أنا بس بفكر بصوت عالي مع التأكيد إن ده أمر أغلبي مش كلي، يعني أكيد في خير كبير في أمة النبي محمد صلى الله عليه وسلم وفي أفاضل على خير كبير، نسأل الله عز وجل أن نكون منهم، عموما ده محور مش </a:t>
            </a:r>
            <a:r>
              <a:rPr lang="ar-EG" dirty="0" err="1"/>
              <a:t>هتكلم</a:t>
            </a:r>
            <a:r>
              <a:rPr lang="ar-EG" dirty="0"/>
              <a:t> عنه </a:t>
            </a:r>
            <a:r>
              <a:rPr lang="ar-EG" dirty="0" err="1"/>
              <a:t>النهاردة</a:t>
            </a:r>
            <a:r>
              <a:rPr lang="ar-EG" dirty="0"/>
              <a:t> اه لأن أظن المحور ده إجابته واضحة يعني مقارنة سريعة جدا بين حال المجتمع </a:t>
            </a:r>
            <a:r>
              <a:rPr lang="ar-EG" dirty="0" err="1"/>
              <a:t>النهاردة</a:t>
            </a:r>
            <a:r>
              <a:rPr lang="ar-EG" dirty="0"/>
              <a:t> وحال مجتمع النبي صلى الله عليه وسلم في المدينة وحال الصحابة </a:t>
            </a:r>
            <a:r>
              <a:rPr lang="ar-EG" dirty="0" err="1"/>
              <a:t>هتلافي</a:t>
            </a:r>
            <a:r>
              <a:rPr lang="ar-EG" dirty="0"/>
              <a:t> الإجابة واضحة مش محتاجة نفصّل فيها، </a:t>
            </a:r>
          </a:p>
          <a:p>
            <a:r>
              <a:rPr lang="ar-EG" dirty="0"/>
              <a:t>المحور </a:t>
            </a:r>
            <a:r>
              <a:rPr lang="ar-EG" dirty="0" err="1"/>
              <a:t>اإللي</a:t>
            </a:r>
            <a:r>
              <a:rPr lang="ar-EG" dirty="0"/>
              <a:t> </a:t>
            </a:r>
            <a:r>
              <a:rPr lang="ar-EG" dirty="0" err="1"/>
              <a:t>عايزين</a:t>
            </a:r>
            <a:r>
              <a:rPr lang="ar-EG" dirty="0"/>
              <a:t> نبص عليه سوا هل الدنيا هي المقياس أو هي المعيار في تحديد كرامة المسلم على الله عز وجل، </a:t>
            </a:r>
          </a:p>
          <a:p>
            <a:r>
              <a:rPr lang="ar-EG" dirty="0"/>
              <a:t>لأن موضوع المعايير والمقاييس ده أمر مهم يعني </a:t>
            </a:r>
            <a:r>
              <a:rPr lang="ar-EG" dirty="0" err="1"/>
              <a:t>ييتحط</a:t>
            </a:r>
            <a:r>
              <a:rPr lang="ar-EG" dirty="0"/>
              <a:t> لينا مقاييس معينة ومعايير معينة في الحياة وكأن المقاييس والمعايير دي هي الأصل وهي الأساس وغيرها يبقى الموضوع مش صح مش </a:t>
            </a:r>
            <a:r>
              <a:rPr lang="ar-EG" dirty="0" err="1"/>
              <a:t>مظبوط</a:t>
            </a:r>
            <a:r>
              <a:rPr lang="ar-EG" dirty="0"/>
              <a:t> </a:t>
            </a:r>
          </a:p>
          <a:p>
            <a:r>
              <a:rPr lang="ar-EG" dirty="0"/>
              <a:t>فتلاقي مثلا إن معايير الجمال بالنسبة للمرأة بقت معايير غريبة جدا معتمدة كلها على الشكل معتمدة كلها على مقاييس معينة في الطول والوزن والشعر واللبس والهيئة وطريقة الكلام وأي حد </a:t>
            </a:r>
            <a:r>
              <a:rPr lang="ar-EG" dirty="0" err="1"/>
              <a:t>هيتأمل</a:t>
            </a:r>
            <a:r>
              <a:rPr lang="ar-EG" dirty="0"/>
              <a:t> شوية صغيرة </a:t>
            </a:r>
            <a:r>
              <a:rPr lang="ar-EG" dirty="0" err="1"/>
              <a:t>هيكتشف</a:t>
            </a:r>
            <a:r>
              <a:rPr lang="ar-EG" dirty="0"/>
              <a:t> بسهولة قد إيه المعايير دي اللي تم تصديرها على إنها الأساس هي ظلم واضح مش بس للمرأة بل للمجتمع كله لكن للأسف مع انتشار الإعلام الموجه لنشر أفكار معينة تلاقي معايير زي دي منتشرة إلى حد كبير بين الشباب وحتى البنات ويضطر المجتمع كله يدفع الثمن في الآخر لحاجه هي غلط من الأول ، </a:t>
            </a:r>
            <a:r>
              <a:rPr lang="ar-EG" dirty="0" err="1"/>
              <a:t>عايز</a:t>
            </a:r>
            <a:r>
              <a:rPr lang="ar-EG" dirty="0"/>
              <a:t> أقول لك إن المعايير دي </a:t>
            </a:r>
            <a:r>
              <a:rPr lang="ar-EG" dirty="0" err="1"/>
              <a:t>بتختلف</a:t>
            </a:r>
            <a:r>
              <a:rPr lang="ar-EG" dirty="0"/>
              <a:t> من زمان </a:t>
            </a:r>
            <a:r>
              <a:rPr lang="ar-EG" dirty="0" err="1"/>
              <a:t>للتاني</a:t>
            </a:r>
            <a:r>
              <a:rPr lang="ar-EG" dirty="0"/>
              <a:t>، معايير الجمال المزعوم </a:t>
            </a:r>
            <a:r>
              <a:rPr lang="ar-EG" dirty="0" err="1"/>
              <a:t>دلوقتي</a:t>
            </a:r>
            <a:r>
              <a:rPr lang="ar-EG" dirty="0"/>
              <a:t> مختلفة تماما عن المعايير من فترة فاتت، وطبعا أنا مش بقول إن دي معايير المفروض تكون موجودة أنا بتكلم بس إن بيتم تصدير معايير معينة في فترة معينة على إن هي دي المعايير </a:t>
            </a:r>
            <a:r>
              <a:rPr lang="ar-EG" dirty="0" err="1"/>
              <a:t>إللي</a:t>
            </a:r>
            <a:r>
              <a:rPr lang="ar-EG" dirty="0"/>
              <a:t> نقيس عليها فلو المعايير دي موجودة كده </a:t>
            </a:r>
            <a:r>
              <a:rPr lang="ar-EG" dirty="0" err="1"/>
              <a:t>إنت</a:t>
            </a:r>
            <a:r>
              <a:rPr lang="ar-EG" dirty="0"/>
              <a:t> واخد 10/10 ولو المعايير دي مش موجودة تبقى </a:t>
            </a:r>
            <a:r>
              <a:rPr lang="ar-EG" dirty="0" err="1"/>
              <a:t>حاسس</a:t>
            </a:r>
            <a:r>
              <a:rPr lang="ar-EG" dirty="0"/>
              <a:t> بنقص شديد، الشخص الناجح له معايير كده معينة إن هو يكون عنده عربية معينة </a:t>
            </a:r>
            <a:r>
              <a:rPr lang="ar-EG" dirty="0" err="1"/>
              <a:t>وبيلبس</a:t>
            </a:r>
            <a:r>
              <a:rPr lang="ar-EG" dirty="0"/>
              <a:t> لبس معين بأسعار غالية جدا من غير أي قيمة حقيقية مقابل المبالغ دي ويكون </a:t>
            </a:r>
            <a:r>
              <a:rPr lang="ar-EG" dirty="0" err="1"/>
              <a:t>بيتكلم</a:t>
            </a:r>
            <a:r>
              <a:rPr lang="ar-EG" dirty="0"/>
              <a:t> بطريقة معينة </a:t>
            </a:r>
            <a:r>
              <a:rPr lang="ar-EG" dirty="0" err="1"/>
              <a:t>وبيتكلم</a:t>
            </a:r>
            <a:r>
              <a:rPr lang="ar-EG" dirty="0"/>
              <a:t> حاجة غير العربي وسط الكلام </a:t>
            </a:r>
            <a:r>
              <a:rPr lang="ar-EG" dirty="0" err="1"/>
              <a:t>بتاعه</a:t>
            </a:r>
            <a:r>
              <a:rPr lang="ar-EG" dirty="0"/>
              <a:t> أو كل الكلام </a:t>
            </a:r>
            <a:r>
              <a:rPr lang="ar-EG" dirty="0" err="1"/>
              <a:t>بتاعه</a:t>
            </a:r>
            <a:r>
              <a:rPr lang="ar-EG" dirty="0"/>
              <a:t> وكده ده الشخص الناجح ودي المفروض تبقى معايير النجاح</a:t>
            </a:r>
          </a:p>
          <a:p>
            <a:r>
              <a:rPr lang="ar-EG" dirty="0"/>
              <a:t>طب هل فعلا المعايير المحطوطة الأيام دي هي دي المعايير </a:t>
            </a:r>
            <a:r>
              <a:rPr lang="ar-EG" dirty="0" err="1"/>
              <a:t>إللي</a:t>
            </a:r>
            <a:r>
              <a:rPr lang="ar-EG" dirty="0"/>
              <a:t> نقدر نحكم بيها أو نتلمس بيها هل المسلم هان على الله عز وجل ولا </a:t>
            </a:r>
            <a:r>
              <a:rPr lang="ar-EG" dirty="0" err="1"/>
              <a:t>لأ</a:t>
            </a:r>
            <a:r>
              <a:rPr lang="ar-EG" dirty="0"/>
              <a:t> ؟</a:t>
            </a:r>
          </a:p>
          <a:p>
            <a:r>
              <a:rPr lang="ar-EG" dirty="0"/>
              <a:t>طبعا الإجابة واضحة جدا والإجابة موجودة في العنوان وفي الحقيقة </a:t>
            </a:r>
            <a:r>
              <a:rPr lang="ar-EG" dirty="0" err="1"/>
              <a:t>مينفعش</a:t>
            </a:r>
            <a:r>
              <a:rPr lang="ar-EG" dirty="0"/>
              <a:t> أقول العنوان غير العنوان ده أن المسلم لا يهون على الله عز وجل وإنه ان على الناس</a:t>
            </a:r>
          </a:p>
        </p:txBody>
      </p:sp>
      <p:sp>
        <p:nvSpPr>
          <p:cNvPr id="4" name="عنصر نائب لرقم الشريحة 3"/>
          <p:cNvSpPr>
            <a:spLocks noGrp="1"/>
          </p:cNvSpPr>
          <p:nvPr>
            <p:ph type="sldNum" sz="quarter" idx="5"/>
          </p:nvPr>
        </p:nvSpPr>
        <p:spPr/>
        <p:txBody>
          <a:bodyPr/>
          <a:lstStyle/>
          <a:p>
            <a:fld id="{4334677D-9AEC-4BA1-ADEE-6ECC8F12523A}" type="slidenum">
              <a:rPr lang="ar-EG" smtClean="0"/>
              <a:t>1</a:t>
            </a:fld>
            <a:endParaRPr lang="ar-EG"/>
          </a:p>
        </p:txBody>
      </p:sp>
    </p:spTree>
    <p:extLst>
      <p:ext uri="{BB962C8B-B14F-4D97-AF65-F5344CB8AC3E}">
        <p14:creationId xmlns:p14="http://schemas.microsoft.com/office/powerpoint/2010/main" val="1180553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ar-EG" dirty="0"/>
              <a:t>أوقيّة أو وَقيّة من أشهر الموازين التي كانت منتشرة في العالم العربي، وذكرت في الحديث النبوي عن أبي سلمة بن عبد الرحمن أنه قال: «سألت عائشة زوج النبي ﷺ كم كان صداق رسول الله ﷺ قالت كان صداقه لأزواجه اثنتي عشرة أوقية ونشا قالت أتدري ما النش قال قلت لا قالت نصف أوقية فتلك خمس مائة درهم فهذا صداق رسول الله ﷺ لأزواجه».</a:t>
            </a:r>
          </a:p>
          <a:p>
            <a:endParaRPr lang="ar-EG" dirty="0"/>
          </a:p>
          <a:p>
            <a:r>
              <a:rPr lang="ar-EG" dirty="0"/>
              <a:t>مقدار الأوقية</a:t>
            </a:r>
          </a:p>
          <a:p>
            <a:r>
              <a:rPr lang="ar-EG" dirty="0"/>
              <a:t>أجمع العلماء بان الأوقية الشرعية (بوزن مكة في العصر النبوي) تساوي 40 درهما. وعلى ذلك فالأوقية عند الحنفية تساوي 200.8 غرام. وعند الجمهور: 201 غرام تقريبا. حسب تقدير الدرهم لكل مذهب.</a:t>
            </a:r>
          </a:p>
          <a:p>
            <a:endParaRPr lang="ar-EG" dirty="0"/>
          </a:p>
          <a:p>
            <a:r>
              <a:rPr lang="ar-EG" dirty="0"/>
              <a:t>«الأوقية» تختلف قيمتها باختلاف الموزون حسب المقادير الحديثة. فالأوقية من غير الذهب والفضة تعادل 127 جم أو أربعين درهمًا. أوقية الفضة تساوي 119 جم، وأوقية الذهب تساوي 29.75 جم.</a:t>
            </a:r>
          </a:p>
          <a:p>
            <a:endParaRPr lang="ar-EG" dirty="0"/>
          </a:p>
          <a:p>
            <a:r>
              <a:rPr lang="ar-EG" dirty="0"/>
              <a:t>بل إنها تختلف باختلاف الأقطار:</a:t>
            </a:r>
          </a:p>
          <a:p>
            <a:endParaRPr lang="ar-EG" dirty="0"/>
          </a:p>
          <a:p>
            <a:r>
              <a:rPr lang="ar-EG" dirty="0"/>
              <a:t>فأوقية مصر = 34 جم، وجنوب الشام وشماله كمثال = 200 جم أما في حمص فالأوقية = 250 جم. وفي الحديث الشريف عن أبي سلمة قال: سألت عائشة كم كان صداق نساء النبي- ، فقالت: كان صداقه في أزواجه اثنتا عشرة أوقية ونشًا.</a:t>
            </a:r>
          </a:p>
        </p:txBody>
      </p:sp>
      <p:sp>
        <p:nvSpPr>
          <p:cNvPr id="4" name="عنصر نائب لرقم الشريحة 3"/>
          <p:cNvSpPr>
            <a:spLocks noGrp="1"/>
          </p:cNvSpPr>
          <p:nvPr>
            <p:ph type="sldNum" sz="quarter" idx="5"/>
          </p:nvPr>
        </p:nvSpPr>
        <p:spPr/>
        <p:txBody>
          <a:bodyPr/>
          <a:lstStyle/>
          <a:p>
            <a:fld id="{4334677D-9AEC-4BA1-ADEE-6ECC8F12523A}" type="slidenum">
              <a:rPr lang="ar-EG" smtClean="0"/>
              <a:t>19</a:t>
            </a:fld>
            <a:endParaRPr lang="ar-EG"/>
          </a:p>
        </p:txBody>
      </p:sp>
    </p:spTree>
    <p:extLst>
      <p:ext uri="{BB962C8B-B14F-4D97-AF65-F5344CB8AC3E}">
        <p14:creationId xmlns:p14="http://schemas.microsoft.com/office/powerpoint/2010/main" val="1499194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200" dirty="0">
                <a:ln w="0"/>
                <a:effectLst>
                  <a:outerShdw blurRad="38100" dist="19050" dir="2700000" algn="tl" rotWithShape="0">
                    <a:schemeClr val="dk1">
                      <a:alpha val="40000"/>
                    </a:schemeClr>
                  </a:outerShdw>
                </a:effectLst>
              </a:rPr>
              <a:t> ، قَالَ شَيْخُنَا فِي " شَرْحِ التِّرْمِذِيِّ " : تَرْكُهُ الْأَكْلَ فِي </a:t>
            </a:r>
            <a:r>
              <a:rPr lang="ar-EG" sz="1200" dirty="0" err="1">
                <a:ln w="0"/>
                <a:effectLst>
                  <a:outerShdw blurRad="38100" dist="19050" dir="2700000" algn="tl" rotWithShape="0">
                    <a:schemeClr val="dk1">
                      <a:alpha val="40000"/>
                    </a:schemeClr>
                  </a:outerShdw>
                </a:effectLst>
              </a:rPr>
              <a:t>السُّكُرُّجَةِ</a:t>
            </a:r>
            <a:r>
              <a:rPr lang="ar-EG" sz="1200" dirty="0">
                <a:ln w="0"/>
                <a:effectLst>
                  <a:outerShdw blurRad="38100" dist="19050" dir="2700000" algn="tl" rotWithShape="0">
                    <a:schemeClr val="dk1">
                      <a:alpha val="40000"/>
                    </a:schemeClr>
                  </a:outerShdw>
                </a:effectLst>
              </a:rPr>
              <a:t> ؛ إِمَّا لِكَوْنِهَا لَمْ تَكُنْ تُصْنَعُ عِنْدَهُمْ إِذْ ذَاكَ ، أَوِ اسْتِصْغَارًا لَهَا ؛ لِأَنَّ عَادَتَهُمُ الِاجْتِمَاعُ عَلَى الْأَكْلِ أَوْ لِأَنَّهَا - كَمَا تَقَدَّمَ - كَانَتْ تُعَدُّ لِوَضْعِ الْأَشْيَاءِ الَّتِي تُعِينُ عَلَى الْهَضْمِ ، وَلَمْ يَكُونُوا غَالِبًا يَشْبَعُونَ ، فَلَمْ يَكُنْ لَهُمْ حَاجَةٌ بِالْهَضْمِ</a:t>
            </a:r>
          </a:p>
          <a:p>
            <a:endParaRPr lang="ar-EG" dirty="0"/>
          </a:p>
        </p:txBody>
      </p:sp>
      <p:sp>
        <p:nvSpPr>
          <p:cNvPr id="4" name="عنصر نائب لرقم الشريحة 3"/>
          <p:cNvSpPr>
            <a:spLocks noGrp="1"/>
          </p:cNvSpPr>
          <p:nvPr>
            <p:ph type="sldNum" sz="quarter" idx="5"/>
          </p:nvPr>
        </p:nvSpPr>
        <p:spPr/>
        <p:txBody>
          <a:bodyPr/>
          <a:lstStyle/>
          <a:p>
            <a:fld id="{4334677D-9AEC-4BA1-ADEE-6ECC8F12523A}" type="slidenum">
              <a:rPr lang="ar-EG" smtClean="0"/>
              <a:t>20</a:t>
            </a:fld>
            <a:endParaRPr lang="ar-EG"/>
          </a:p>
        </p:txBody>
      </p:sp>
    </p:spTree>
    <p:extLst>
      <p:ext uri="{BB962C8B-B14F-4D97-AF65-F5344CB8AC3E}">
        <p14:creationId xmlns:p14="http://schemas.microsoft.com/office/powerpoint/2010/main" val="1630941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EG" sz="1200" dirty="0">
                <a:ln w="0"/>
                <a:effectLst>
                  <a:outerShdw blurRad="38100" dist="19050" dir="2700000" algn="tl" rotWithShape="0">
                    <a:schemeClr val="dk1">
                      <a:alpha val="40000"/>
                    </a:schemeClr>
                  </a:outerShdw>
                </a:effectLst>
              </a:rPr>
              <a:t> ، قَالَ شَيْخُنَا فِي " شَرْحِ التِّرْمِذِيِّ " : تَرْكُهُ الْأَكْلَ فِي </a:t>
            </a:r>
            <a:r>
              <a:rPr lang="ar-EG" sz="1200" dirty="0" err="1">
                <a:ln w="0"/>
                <a:effectLst>
                  <a:outerShdw blurRad="38100" dist="19050" dir="2700000" algn="tl" rotWithShape="0">
                    <a:schemeClr val="dk1">
                      <a:alpha val="40000"/>
                    </a:schemeClr>
                  </a:outerShdw>
                </a:effectLst>
              </a:rPr>
              <a:t>السُّكُرُّجَةِ</a:t>
            </a:r>
            <a:r>
              <a:rPr lang="ar-EG" sz="1200" dirty="0">
                <a:ln w="0"/>
                <a:effectLst>
                  <a:outerShdw blurRad="38100" dist="19050" dir="2700000" algn="tl" rotWithShape="0">
                    <a:schemeClr val="dk1">
                      <a:alpha val="40000"/>
                    </a:schemeClr>
                  </a:outerShdw>
                </a:effectLst>
              </a:rPr>
              <a:t> ؛ إِمَّا لِكَوْنِهَا لَمْ تَكُنْ تُصْنَعُ عِنْدَهُمْ إِذْ ذَاكَ ، أَوِ اسْتِصْغَارًا لَهَا ؛ لِأَنَّ عَادَتَهُمُ الِاجْتِمَاعُ عَلَى الْأَكْلِ أَوْ لِأَنَّهَا - كَمَا تَقَدَّمَ - كَانَتْ تُعَدُّ لِوَضْعِ الْأَشْيَاءِ الَّتِي تُعِينُ عَلَى الْهَضْمِ ، وَلَمْ يَكُونُوا غَالِبًا يَشْبَعُونَ ، فَلَمْ يَكُنْ لَهُمْ حَاجَةٌ بِالْهَضْمِ</a:t>
            </a:r>
          </a:p>
          <a:p>
            <a:endParaRPr lang="ar-EG" dirty="0"/>
          </a:p>
        </p:txBody>
      </p:sp>
      <p:sp>
        <p:nvSpPr>
          <p:cNvPr id="4" name="عنصر نائب لرقم الشريحة 3"/>
          <p:cNvSpPr>
            <a:spLocks noGrp="1"/>
          </p:cNvSpPr>
          <p:nvPr>
            <p:ph type="sldNum" sz="quarter" idx="5"/>
          </p:nvPr>
        </p:nvSpPr>
        <p:spPr/>
        <p:txBody>
          <a:bodyPr/>
          <a:lstStyle/>
          <a:p>
            <a:fld id="{4334677D-9AEC-4BA1-ADEE-6ECC8F12523A}" type="slidenum">
              <a:rPr lang="ar-EG" smtClean="0"/>
              <a:t>21</a:t>
            </a:fld>
            <a:endParaRPr lang="ar-EG"/>
          </a:p>
        </p:txBody>
      </p:sp>
    </p:spTree>
    <p:extLst>
      <p:ext uri="{BB962C8B-B14F-4D97-AF65-F5344CB8AC3E}">
        <p14:creationId xmlns:p14="http://schemas.microsoft.com/office/powerpoint/2010/main" val="899818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ar-EG" dirty="0"/>
              <a:t>وَفِي الْبَابِ عَنِ ابْنِ عُمَرَ ، وَابْنِ عَبَّاسٍ . هَذَا حَدِيثٌ حَسَنٌ صَحِيحٌ .  )</a:t>
            </a:r>
          </a:p>
          <a:p>
            <a:r>
              <a:rPr lang="ar-EG" dirty="0">
                <a:solidFill>
                  <a:srgbClr val="000000"/>
                </a:solidFill>
                <a:effectLst/>
                <a:highlight>
                  <a:srgbClr val="FFFFFF"/>
                </a:highlight>
                <a:latin typeface="mylotus" panose="02000000000000000000" pitchFamily="2" charset="-78"/>
                <a:cs typeface="mylotus" panose="02000000000000000000" pitchFamily="2" charset="-78"/>
              </a:rPr>
              <a:t>قَوْلُهُ : ( فَقَامَ ) : أَيْ عَنِ النَّوْمِ ( وَقَدْ أَثَّرَ ) : أَيْ أَثَّرَ الْحَصِيرُ ( لَوِ اتَّخَذْنَا لَكَ وِطَاءً ) بِكَسْرِ الْوَاوِ وَفَتْحِهَا كَكِتَابٍ وَسَحَابٍ : أَيْ فِرَاشًا وَكَلِمَةُ ( لَوْ ) تَحْتَمِلُ أَنْ تَكُونَ لِلتَّمَنِّي ، وَأَنْ تَكُونَ لِلشَّرْطِيَّةِ وَالتَّقْدِيرُ لَوِ اتَّخَذْنَا لَكَ بِسَاطًا حَسَنًا وَفِرَاشًا لَيِّنًا لَكَانَ أَحْسَنَ مِنَ اضْطِجَاعِكَ عَلَى هَذَا الْحَصِيرِ الْخَشِنِ ( مَا لِي وَلِلدُّنْيَا ) قَالَ الْقَارِي : مَا نَافِيَةٌ : أَيْ لَيْسَ لِي أُلْفَةٌ وَمَحَبَّةٌ مَعَ الدُّنْيَا ، وَلَا لِلدُّنْيَا أُلْفَةٌ وَمَحَبَّةٌ مَعِي حَتَّى أَرْغَبَ إِلَيْهَا ، وَأَنْبَسِطُ عَلَيْهَا وَأَجْمَعُ مَا فِيهَا وَلَذَّتِهَا . أَوِ اسْتِفْهَامِيَّةٌ أَيْ : أَيُّ أُلْفَةٍ وَمَحَبَّةٍ لِي مَعَ الدُّنْيَا ، أَوْ أَيُّ شَيْءٍ لِي مَعَ الْمَيْلِ إِلَى الدُّنْيَا ، أَوْ مَيْلِهَا إِلَيَّ فَإِنِّي طَالِبُ الْآخِرَةِ وَهِيَ ضَرَّتُهَا الْمُضَادَّةُ لَهَا . قَالَ : وَاللَّامُ فِي لِلدُّنْيَا مُقْحَمَةٌ لِلتَّأْكِيدِ إِنْ كَانَ الْوَاوُ بِمَعْنَى مَعَ ، وَإِنْ كَانَ لِلْعَطْفِ فَالتَّقْدِيرُ مَا لِي مَعَ الدُّنْيَا وَمَا لِلدُّنْيَا مَعِي . </a:t>
            </a:r>
            <a:br>
              <a:rPr lang="ar-EG" dirty="0">
                <a:solidFill>
                  <a:srgbClr val="000000"/>
                </a:solidFill>
                <a:effectLst/>
                <a:highlight>
                  <a:srgbClr val="FFFFFF"/>
                </a:highlight>
                <a:latin typeface="mylotus" panose="02000000000000000000" pitchFamily="2" charset="-78"/>
                <a:cs typeface="mylotus" panose="02000000000000000000" pitchFamily="2" charset="-78"/>
              </a:rPr>
            </a:br>
            <a:r>
              <a:rPr lang="ar-EG" dirty="0">
                <a:solidFill>
                  <a:srgbClr val="000000"/>
                </a:solidFill>
                <a:effectLst/>
                <a:highlight>
                  <a:srgbClr val="FFFFFF"/>
                </a:highlight>
                <a:latin typeface="mylotus" panose="02000000000000000000" pitchFamily="2" charset="-78"/>
                <a:cs typeface="mylotus" panose="02000000000000000000" pitchFamily="2" charset="-78"/>
              </a:rPr>
              <a:t>( اسْتَظَلَّ تَحْتَ شَجَرَةٍ ثُمَّ رَاحَ وَتَرَكَهَا ) وَجْهُ التَّشْبِيهِ سُرْعَةُ الرَّحِيلِ ، وَقِلَّةُ الْمُكْثِ ، وَمِنْ ثَمَّ خَصَّ الرَّاكِبَ . </a:t>
            </a:r>
            <a:br>
              <a:rPr lang="ar-EG" dirty="0">
                <a:solidFill>
                  <a:srgbClr val="000000"/>
                </a:solidFill>
                <a:effectLst/>
                <a:highlight>
                  <a:srgbClr val="FFFFFF"/>
                </a:highlight>
                <a:latin typeface="mylotus" panose="02000000000000000000" pitchFamily="2" charset="-78"/>
                <a:cs typeface="mylotus" panose="02000000000000000000" pitchFamily="2" charset="-78"/>
              </a:rPr>
            </a:br>
            <a:endParaRPr lang="ar-EG" dirty="0"/>
          </a:p>
        </p:txBody>
      </p:sp>
      <p:sp>
        <p:nvSpPr>
          <p:cNvPr id="4" name="عنصر نائب لرقم الشريحة 3"/>
          <p:cNvSpPr>
            <a:spLocks noGrp="1"/>
          </p:cNvSpPr>
          <p:nvPr>
            <p:ph type="sldNum" sz="quarter" idx="5"/>
          </p:nvPr>
        </p:nvSpPr>
        <p:spPr/>
        <p:txBody>
          <a:bodyPr/>
          <a:lstStyle/>
          <a:p>
            <a:fld id="{4334677D-9AEC-4BA1-ADEE-6ECC8F12523A}" type="slidenum">
              <a:rPr lang="ar-EG" smtClean="0"/>
              <a:t>33</a:t>
            </a:fld>
            <a:endParaRPr lang="ar-EG"/>
          </a:p>
        </p:txBody>
      </p:sp>
    </p:spTree>
    <p:extLst>
      <p:ext uri="{BB962C8B-B14F-4D97-AF65-F5344CB8AC3E}">
        <p14:creationId xmlns:p14="http://schemas.microsoft.com/office/powerpoint/2010/main" val="638877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ar-SA" sz="1200" dirty="0">
                <a:ln w="0"/>
                <a:effectLst>
                  <a:outerShdw blurRad="38100" dist="19050" dir="2700000" algn="tl" rotWithShape="0">
                    <a:schemeClr val="dk1">
                      <a:alpha val="40000"/>
                    </a:schemeClr>
                  </a:outerShdw>
                </a:effectLst>
              </a:rPr>
              <a:t>أَهَبَةٍ</a:t>
            </a:r>
            <a:r>
              <a:rPr lang="ar-EG" sz="1200" dirty="0">
                <a:ln w="0"/>
                <a:effectLst>
                  <a:outerShdw blurRad="38100" dist="19050" dir="2700000" algn="tl" rotWithShape="0">
                    <a:schemeClr val="dk1">
                      <a:alpha val="40000"/>
                    </a:schemeClr>
                  </a:outerShdw>
                </a:effectLst>
              </a:rPr>
              <a:t> </a:t>
            </a:r>
            <a:r>
              <a:rPr lang="ar-EG" dirty="0">
                <a:solidFill>
                  <a:srgbClr val="000000"/>
                </a:solidFill>
                <a:effectLst/>
                <a:highlight>
                  <a:srgbClr val="FFFFFF"/>
                </a:highlight>
                <a:latin typeface="mylotus" panose="02000000000000000000" pitchFamily="2" charset="-78"/>
                <a:cs typeface="mylotus" panose="02000000000000000000" pitchFamily="2" charset="-78"/>
              </a:rPr>
              <a:t>وَهُوَ جَمْعُ إِهَابٍ ، وَهُوَ الْجِلْدُ قَبْلَ الدِّبَاغِ ، وَقِيلَ هُوَ الْجِلْدُ مُطْلَقًا دُبِغَ أَوْ لَمْ يُدْبَغْ ، وَالَّذِي يَظْهَرُ أَنَّ الْمُرَادَ بِهِ هُنَا جِلْدٌ شُرِعَ فِي دَبْغِهِ وَلَمْ يَكْمُلْ</a:t>
            </a:r>
            <a:endParaRPr lang="ar-EG" dirty="0"/>
          </a:p>
        </p:txBody>
      </p:sp>
      <p:sp>
        <p:nvSpPr>
          <p:cNvPr id="4" name="عنصر نائب لرقم الشريحة 3"/>
          <p:cNvSpPr>
            <a:spLocks noGrp="1"/>
          </p:cNvSpPr>
          <p:nvPr>
            <p:ph type="sldNum" sz="quarter" idx="5"/>
          </p:nvPr>
        </p:nvSpPr>
        <p:spPr/>
        <p:txBody>
          <a:bodyPr/>
          <a:lstStyle/>
          <a:p>
            <a:fld id="{4334677D-9AEC-4BA1-ADEE-6ECC8F12523A}" type="slidenum">
              <a:rPr lang="ar-EG" smtClean="0"/>
              <a:t>36</a:t>
            </a:fld>
            <a:endParaRPr lang="ar-EG"/>
          </a:p>
        </p:txBody>
      </p:sp>
    </p:spTree>
    <p:extLst>
      <p:ext uri="{BB962C8B-B14F-4D97-AF65-F5344CB8AC3E}">
        <p14:creationId xmlns:p14="http://schemas.microsoft.com/office/powerpoint/2010/main" val="938461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EG" dirty="0"/>
          </a:p>
        </p:txBody>
      </p:sp>
      <p:sp>
        <p:nvSpPr>
          <p:cNvPr id="4" name="عنصر نائب لرقم الشريحة 3"/>
          <p:cNvSpPr>
            <a:spLocks noGrp="1"/>
          </p:cNvSpPr>
          <p:nvPr>
            <p:ph type="sldNum" sz="quarter" idx="5"/>
          </p:nvPr>
        </p:nvSpPr>
        <p:spPr/>
        <p:txBody>
          <a:bodyPr/>
          <a:lstStyle/>
          <a:p>
            <a:fld id="{4334677D-9AEC-4BA1-ADEE-6ECC8F12523A}" type="slidenum">
              <a:rPr lang="ar-EG" smtClean="0"/>
              <a:t>37</a:t>
            </a:fld>
            <a:endParaRPr lang="ar-EG"/>
          </a:p>
        </p:txBody>
      </p:sp>
    </p:spTree>
    <p:extLst>
      <p:ext uri="{BB962C8B-B14F-4D97-AF65-F5344CB8AC3E}">
        <p14:creationId xmlns:p14="http://schemas.microsoft.com/office/powerpoint/2010/main" val="1757808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ar-EG" dirty="0"/>
              <a:t>عدد القتلى ليس معيار النصر</a:t>
            </a:r>
          </a:p>
        </p:txBody>
      </p:sp>
      <p:sp>
        <p:nvSpPr>
          <p:cNvPr id="4" name="عنصر نائب لرقم الشريحة 3"/>
          <p:cNvSpPr>
            <a:spLocks noGrp="1"/>
          </p:cNvSpPr>
          <p:nvPr>
            <p:ph type="sldNum" sz="quarter" idx="5"/>
          </p:nvPr>
        </p:nvSpPr>
        <p:spPr/>
        <p:txBody>
          <a:bodyPr/>
          <a:lstStyle/>
          <a:p>
            <a:fld id="{4334677D-9AEC-4BA1-ADEE-6ECC8F12523A}" type="slidenum">
              <a:rPr lang="ar-EG" smtClean="0"/>
              <a:t>84</a:t>
            </a:fld>
            <a:endParaRPr lang="ar-EG"/>
          </a:p>
        </p:txBody>
      </p:sp>
    </p:spTree>
    <p:extLst>
      <p:ext uri="{BB962C8B-B14F-4D97-AF65-F5344CB8AC3E}">
        <p14:creationId xmlns:p14="http://schemas.microsoft.com/office/powerpoint/2010/main" val="1769069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ar-EG" dirty="0"/>
              <a:t>عدد القتلى ليس معيار النصر</a:t>
            </a:r>
          </a:p>
        </p:txBody>
      </p:sp>
      <p:sp>
        <p:nvSpPr>
          <p:cNvPr id="4" name="عنصر نائب لرقم الشريحة 3"/>
          <p:cNvSpPr>
            <a:spLocks noGrp="1"/>
          </p:cNvSpPr>
          <p:nvPr>
            <p:ph type="sldNum" sz="quarter" idx="5"/>
          </p:nvPr>
        </p:nvSpPr>
        <p:spPr/>
        <p:txBody>
          <a:bodyPr/>
          <a:lstStyle/>
          <a:p>
            <a:fld id="{4334677D-9AEC-4BA1-ADEE-6ECC8F12523A}" type="slidenum">
              <a:rPr lang="ar-EG" smtClean="0"/>
              <a:t>85</a:t>
            </a:fld>
            <a:endParaRPr lang="ar-EG"/>
          </a:p>
        </p:txBody>
      </p:sp>
    </p:spTree>
    <p:extLst>
      <p:ext uri="{BB962C8B-B14F-4D97-AF65-F5344CB8AC3E}">
        <p14:creationId xmlns:p14="http://schemas.microsoft.com/office/powerpoint/2010/main" val="1962837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2E39C55-9EB1-8AC7-703F-A924830D01A2}"/>
              </a:ext>
            </a:extLst>
          </p:cNvPr>
          <p:cNvSpPr>
            <a:spLocks noGrp="1"/>
          </p:cNvSpPr>
          <p:nvPr>
            <p:ph type="ctrTitle"/>
          </p:nvPr>
        </p:nvSpPr>
        <p:spPr>
          <a:xfrm>
            <a:off x="1349971" y="1767462"/>
            <a:ext cx="8099822" cy="3759917"/>
          </a:xfrm>
        </p:spPr>
        <p:txBody>
          <a:bodyPr anchor="b"/>
          <a:lstStyle>
            <a:lvl1pPr algn="ctr">
              <a:defRPr sz="9449"/>
            </a:lvl1pPr>
          </a:lstStyle>
          <a:p>
            <a:r>
              <a:rPr lang="ar-SA"/>
              <a:t>انقر لتحرير نمط عنوان الشكل الرئيسي</a:t>
            </a:r>
            <a:endParaRPr lang="ar-EG"/>
          </a:p>
        </p:txBody>
      </p:sp>
      <p:sp>
        <p:nvSpPr>
          <p:cNvPr id="3" name="عنوان فرعي 2">
            <a:extLst>
              <a:ext uri="{FF2B5EF4-FFF2-40B4-BE49-F238E27FC236}">
                <a16:creationId xmlns:a16="http://schemas.microsoft.com/office/drawing/2014/main" id="{4E1B563B-18CF-08BA-82FB-EBB14F139069}"/>
              </a:ext>
            </a:extLst>
          </p:cNvPr>
          <p:cNvSpPr>
            <a:spLocks noGrp="1"/>
          </p:cNvSpPr>
          <p:nvPr>
            <p:ph type="subTitle" idx="1"/>
          </p:nvPr>
        </p:nvSpPr>
        <p:spPr>
          <a:xfrm>
            <a:off x="1349971" y="5672376"/>
            <a:ext cx="8099822" cy="2607442"/>
          </a:xfrm>
        </p:spPr>
        <p:txBody>
          <a:bodyPr/>
          <a:lstStyle>
            <a:lvl1pPr marL="0" indent="0" algn="ctr">
              <a:buNone/>
              <a:defRPr sz="3780" b="0" cap="none" spc="0">
                <a:ln w="0"/>
                <a:solidFill>
                  <a:schemeClr val="tx1"/>
                </a:solidFill>
                <a:effectLst>
                  <a:outerShdw blurRad="38100" dist="19050" dir="2700000" algn="tl" rotWithShape="0">
                    <a:schemeClr val="dk1">
                      <a:alpha val="40000"/>
                    </a:schemeClr>
                  </a:outerShdw>
                </a:effectLst>
              </a:defRPr>
            </a:lvl1pPr>
            <a:lvl2pPr marL="719981" indent="0" algn="ctr">
              <a:buNone/>
              <a:defRPr sz="3150"/>
            </a:lvl2pPr>
            <a:lvl3pPr marL="1439961" indent="0" algn="ctr">
              <a:buNone/>
              <a:defRPr sz="2835"/>
            </a:lvl3pPr>
            <a:lvl4pPr marL="2159942" indent="0" algn="ctr">
              <a:buNone/>
              <a:defRPr sz="2520"/>
            </a:lvl4pPr>
            <a:lvl5pPr marL="2879922" indent="0" algn="ctr">
              <a:buNone/>
              <a:defRPr sz="2520"/>
            </a:lvl5pPr>
            <a:lvl6pPr marL="3599903" indent="0" algn="ctr">
              <a:buNone/>
              <a:defRPr sz="2520"/>
            </a:lvl6pPr>
            <a:lvl7pPr marL="4319883" indent="0" algn="ctr">
              <a:buNone/>
              <a:defRPr sz="2520"/>
            </a:lvl7pPr>
            <a:lvl8pPr marL="5039864" indent="0" algn="ctr">
              <a:buNone/>
              <a:defRPr sz="2520"/>
            </a:lvl8pPr>
            <a:lvl9pPr marL="5759845" indent="0" algn="ctr">
              <a:buNone/>
              <a:defRPr sz="2520"/>
            </a:lvl9pPr>
          </a:lstStyle>
          <a:p>
            <a:r>
              <a:rPr lang="ar-SA"/>
              <a:t>انقر لتحرير نمط العنوان الفرعي للشكل الرئيسي</a:t>
            </a:r>
            <a:endParaRPr lang="ar-EG"/>
          </a:p>
        </p:txBody>
      </p:sp>
      <p:sp>
        <p:nvSpPr>
          <p:cNvPr id="4" name="عنصر نائب للتاريخ 3">
            <a:extLst>
              <a:ext uri="{FF2B5EF4-FFF2-40B4-BE49-F238E27FC236}">
                <a16:creationId xmlns:a16="http://schemas.microsoft.com/office/drawing/2014/main" id="{6505B6C6-8FB5-E66D-0799-3CBA0ED8213F}"/>
              </a:ext>
            </a:extLst>
          </p:cNvPr>
          <p:cNvSpPr>
            <a:spLocks noGrp="1"/>
          </p:cNvSpPr>
          <p:nvPr>
            <p:ph type="dt" sz="half" idx="10"/>
          </p:nvPr>
        </p:nvSpPr>
        <p:spPr/>
        <p:txBody>
          <a:bodyPr/>
          <a:lstStyle/>
          <a:p>
            <a:fld id="{00E6EB41-5758-44FA-8BB9-CEEC98C3FA15}" type="datetimeFigureOut">
              <a:rPr lang="ar-EG" smtClean="0"/>
              <a:t>21/11/1445</a:t>
            </a:fld>
            <a:endParaRPr lang="ar-EG"/>
          </a:p>
        </p:txBody>
      </p:sp>
      <p:sp>
        <p:nvSpPr>
          <p:cNvPr id="5" name="عنصر نائب للتذييل 4">
            <a:extLst>
              <a:ext uri="{FF2B5EF4-FFF2-40B4-BE49-F238E27FC236}">
                <a16:creationId xmlns:a16="http://schemas.microsoft.com/office/drawing/2014/main" id="{BD55F7AF-9084-43C0-8DA9-C8A8BFB36B92}"/>
              </a:ext>
            </a:extLst>
          </p:cNvPr>
          <p:cNvSpPr>
            <a:spLocks noGrp="1"/>
          </p:cNvSpPr>
          <p:nvPr>
            <p:ph type="ftr" sz="quarter" idx="11"/>
          </p:nvPr>
        </p:nvSpPr>
        <p:spPr/>
        <p:txBody>
          <a:bodyPr/>
          <a:lstStyle/>
          <a:p>
            <a:endParaRPr lang="ar-EG"/>
          </a:p>
        </p:txBody>
      </p:sp>
      <p:sp>
        <p:nvSpPr>
          <p:cNvPr id="6" name="عنصر نائب لرقم الشريحة 5">
            <a:extLst>
              <a:ext uri="{FF2B5EF4-FFF2-40B4-BE49-F238E27FC236}">
                <a16:creationId xmlns:a16="http://schemas.microsoft.com/office/drawing/2014/main" id="{3487CD1B-C14C-B5AD-D7AC-AC245A995A52}"/>
              </a:ext>
            </a:extLst>
          </p:cNvPr>
          <p:cNvSpPr>
            <a:spLocks noGrp="1"/>
          </p:cNvSpPr>
          <p:nvPr>
            <p:ph type="sldNum" sz="quarter" idx="12"/>
          </p:nvPr>
        </p:nvSpPr>
        <p:spPr/>
        <p:txBody>
          <a:bodyPr/>
          <a:lstStyle/>
          <a:p>
            <a:fld id="{CE042350-52B2-4A86-BE59-61B7CC9CC870}" type="slidenum">
              <a:rPr lang="ar-EG" smtClean="0"/>
              <a:t>‹#›</a:t>
            </a:fld>
            <a:endParaRPr lang="ar-EG"/>
          </a:p>
        </p:txBody>
      </p:sp>
    </p:spTree>
    <p:extLst>
      <p:ext uri="{BB962C8B-B14F-4D97-AF65-F5344CB8AC3E}">
        <p14:creationId xmlns:p14="http://schemas.microsoft.com/office/powerpoint/2010/main" val="1826999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53F5D254-AA77-F2C6-D1C6-314B9C37EF91}"/>
              </a:ext>
            </a:extLst>
          </p:cNvPr>
          <p:cNvSpPr>
            <a:spLocks noGrp="1"/>
          </p:cNvSpPr>
          <p:nvPr>
            <p:ph type="title"/>
          </p:nvPr>
        </p:nvSpPr>
        <p:spPr/>
        <p:txBody>
          <a:bodyPr/>
          <a:lstStyle/>
          <a:p>
            <a:r>
              <a:rPr lang="ar-SA"/>
              <a:t>انقر لتحرير نمط عنوان الشكل الرئيسي</a:t>
            </a:r>
            <a:endParaRPr lang="ar-EG"/>
          </a:p>
        </p:txBody>
      </p:sp>
      <p:sp>
        <p:nvSpPr>
          <p:cNvPr id="3" name="عنصر نائب للمحتوى 2">
            <a:extLst>
              <a:ext uri="{FF2B5EF4-FFF2-40B4-BE49-F238E27FC236}">
                <a16:creationId xmlns:a16="http://schemas.microsoft.com/office/drawing/2014/main" id="{705ABDCE-1B56-0487-395A-CDD0B75E6CD8}"/>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EG"/>
          </a:p>
        </p:txBody>
      </p:sp>
      <p:sp>
        <p:nvSpPr>
          <p:cNvPr id="4" name="عنصر نائب للتاريخ 3">
            <a:extLst>
              <a:ext uri="{FF2B5EF4-FFF2-40B4-BE49-F238E27FC236}">
                <a16:creationId xmlns:a16="http://schemas.microsoft.com/office/drawing/2014/main" id="{96A076EB-CEAF-6DCB-AEE6-BCFABBCE0E2C}"/>
              </a:ext>
            </a:extLst>
          </p:cNvPr>
          <p:cNvSpPr>
            <a:spLocks noGrp="1"/>
          </p:cNvSpPr>
          <p:nvPr>
            <p:ph type="dt" sz="half" idx="10"/>
          </p:nvPr>
        </p:nvSpPr>
        <p:spPr/>
        <p:txBody>
          <a:bodyPr/>
          <a:lstStyle/>
          <a:p>
            <a:fld id="{00E6EB41-5758-44FA-8BB9-CEEC98C3FA15}" type="datetimeFigureOut">
              <a:rPr lang="ar-EG" smtClean="0"/>
              <a:t>21/11/1445</a:t>
            </a:fld>
            <a:endParaRPr lang="ar-EG"/>
          </a:p>
        </p:txBody>
      </p:sp>
      <p:sp>
        <p:nvSpPr>
          <p:cNvPr id="5" name="عنصر نائب للتذييل 4">
            <a:extLst>
              <a:ext uri="{FF2B5EF4-FFF2-40B4-BE49-F238E27FC236}">
                <a16:creationId xmlns:a16="http://schemas.microsoft.com/office/drawing/2014/main" id="{350023D4-D5F4-B16B-A812-50389156EE04}"/>
              </a:ext>
            </a:extLst>
          </p:cNvPr>
          <p:cNvSpPr>
            <a:spLocks noGrp="1"/>
          </p:cNvSpPr>
          <p:nvPr>
            <p:ph type="ftr" sz="quarter" idx="11"/>
          </p:nvPr>
        </p:nvSpPr>
        <p:spPr/>
        <p:txBody>
          <a:bodyPr/>
          <a:lstStyle/>
          <a:p>
            <a:endParaRPr lang="ar-EG"/>
          </a:p>
        </p:txBody>
      </p:sp>
      <p:sp>
        <p:nvSpPr>
          <p:cNvPr id="6" name="عنصر نائب لرقم الشريحة 5">
            <a:extLst>
              <a:ext uri="{FF2B5EF4-FFF2-40B4-BE49-F238E27FC236}">
                <a16:creationId xmlns:a16="http://schemas.microsoft.com/office/drawing/2014/main" id="{9BB5AB3C-593D-DC32-EEBA-767B7C3FEBDC}"/>
              </a:ext>
            </a:extLst>
          </p:cNvPr>
          <p:cNvSpPr>
            <a:spLocks noGrp="1"/>
          </p:cNvSpPr>
          <p:nvPr>
            <p:ph type="sldNum" sz="quarter" idx="12"/>
          </p:nvPr>
        </p:nvSpPr>
        <p:spPr/>
        <p:txBody>
          <a:bodyPr/>
          <a:lstStyle/>
          <a:p>
            <a:fld id="{CE042350-52B2-4A86-BE59-61B7CC9CC870}" type="slidenum">
              <a:rPr lang="ar-EG" smtClean="0"/>
              <a:t>‹#›</a:t>
            </a:fld>
            <a:endParaRPr lang="ar-EG"/>
          </a:p>
        </p:txBody>
      </p:sp>
    </p:spTree>
    <p:extLst>
      <p:ext uri="{BB962C8B-B14F-4D97-AF65-F5344CB8AC3E}">
        <p14:creationId xmlns:p14="http://schemas.microsoft.com/office/powerpoint/2010/main" val="2984100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583A088-D92B-BEDF-4E11-88C1C57298FC}"/>
              </a:ext>
            </a:extLst>
          </p:cNvPr>
          <p:cNvSpPr>
            <a:spLocks noGrp="1"/>
          </p:cNvSpPr>
          <p:nvPr>
            <p:ph type="title"/>
          </p:nvPr>
        </p:nvSpPr>
        <p:spPr>
          <a:xfrm>
            <a:off x="736860" y="2692449"/>
            <a:ext cx="9314796" cy="4492401"/>
          </a:xfrm>
        </p:spPr>
        <p:txBody>
          <a:bodyPr anchor="b"/>
          <a:lstStyle>
            <a:lvl1pPr>
              <a:defRPr sz="9449"/>
            </a:lvl1pPr>
          </a:lstStyle>
          <a:p>
            <a:r>
              <a:rPr lang="ar-SA"/>
              <a:t>انقر لتحرير نمط عنوان الشكل الرئيسي</a:t>
            </a:r>
            <a:endParaRPr lang="ar-EG"/>
          </a:p>
        </p:txBody>
      </p:sp>
      <p:sp>
        <p:nvSpPr>
          <p:cNvPr id="3" name="عنصر نائب للنص 2">
            <a:extLst>
              <a:ext uri="{FF2B5EF4-FFF2-40B4-BE49-F238E27FC236}">
                <a16:creationId xmlns:a16="http://schemas.microsoft.com/office/drawing/2014/main" id="{D0FE8B4A-1225-C763-96C1-8BF47B13BF12}"/>
              </a:ext>
            </a:extLst>
          </p:cNvPr>
          <p:cNvSpPr>
            <a:spLocks noGrp="1"/>
          </p:cNvSpPr>
          <p:nvPr>
            <p:ph type="body" idx="1"/>
          </p:nvPr>
        </p:nvSpPr>
        <p:spPr>
          <a:xfrm>
            <a:off x="736860" y="7227349"/>
            <a:ext cx="9314796" cy="2362447"/>
          </a:xfrm>
        </p:spPr>
        <p:txBody>
          <a:bodyPr/>
          <a:lstStyle>
            <a:lvl1pPr marL="0" indent="0">
              <a:buNone/>
              <a:defRPr sz="3780">
                <a:solidFill>
                  <a:schemeClr val="tx1">
                    <a:tint val="75000"/>
                  </a:schemeClr>
                </a:solidFill>
              </a:defRPr>
            </a:lvl1pPr>
            <a:lvl2pPr marL="719981" indent="0">
              <a:buNone/>
              <a:defRPr sz="3150">
                <a:solidFill>
                  <a:schemeClr val="tx1">
                    <a:tint val="75000"/>
                  </a:schemeClr>
                </a:solidFill>
              </a:defRPr>
            </a:lvl2pPr>
            <a:lvl3pPr marL="1439961" indent="0">
              <a:buNone/>
              <a:defRPr sz="2835">
                <a:solidFill>
                  <a:schemeClr val="tx1">
                    <a:tint val="75000"/>
                  </a:schemeClr>
                </a:solidFill>
              </a:defRPr>
            </a:lvl3pPr>
            <a:lvl4pPr marL="2159942" indent="0">
              <a:buNone/>
              <a:defRPr sz="2520">
                <a:solidFill>
                  <a:schemeClr val="tx1">
                    <a:tint val="75000"/>
                  </a:schemeClr>
                </a:solidFill>
              </a:defRPr>
            </a:lvl4pPr>
            <a:lvl5pPr marL="2879922" indent="0">
              <a:buNone/>
              <a:defRPr sz="2520">
                <a:solidFill>
                  <a:schemeClr val="tx1">
                    <a:tint val="75000"/>
                  </a:schemeClr>
                </a:solidFill>
              </a:defRPr>
            </a:lvl5pPr>
            <a:lvl6pPr marL="3599903" indent="0">
              <a:buNone/>
              <a:defRPr sz="2520">
                <a:solidFill>
                  <a:schemeClr val="tx1">
                    <a:tint val="75000"/>
                  </a:schemeClr>
                </a:solidFill>
              </a:defRPr>
            </a:lvl6pPr>
            <a:lvl7pPr marL="4319883" indent="0">
              <a:buNone/>
              <a:defRPr sz="2520">
                <a:solidFill>
                  <a:schemeClr val="tx1">
                    <a:tint val="75000"/>
                  </a:schemeClr>
                </a:solidFill>
              </a:defRPr>
            </a:lvl7pPr>
            <a:lvl8pPr marL="5039864" indent="0">
              <a:buNone/>
              <a:defRPr sz="2520">
                <a:solidFill>
                  <a:schemeClr val="tx1">
                    <a:tint val="75000"/>
                  </a:schemeClr>
                </a:solidFill>
              </a:defRPr>
            </a:lvl8pPr>
            <a:lvl9pPr marL="5759845" indent="0">
              <a:buNone/>
              <a:defRPr sz="2520">
                <a:solidFill>
                  <a:schemeClr val="tx1">
                    <a:tint val="75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74862188-6E2C-F6CE-C91A-E59DA77204F3}"/>
              </a:ext>
            </a:extLst>
          </p:cNvPr>
          <p:cNvSpPr>
            <a:spLocks noGrp="1"/>
          </p:cNvSpPr>
          <p:nvPr>
            <p:ph type="dt" sz="half" idx="10"/>
          </p:nvPr>
        </p:nvSpPr>
        <p:spPr/>
        <p:txBody>
          <a:bodyPr/>
          <a:lstStyle/>
          <a:p>
            <a:fld id="{00E6EB41-5758-44FA-8BB9-CEEC98C3FA15}" type="datetimeFigureOut">
              <a:rPr lang="ar-EG" smtClean="0"/>
              <a:t>21/11/1445</a:t>
            </a:fld>
            <a:endParaRPr lang="ar-EG"/>
          </a:p>
        </p:txBody>
      </p:sp>
      <p:sp>
        <p:nvSpPr>
          <p:cNvPr id="5" name="عنصر نائب للتذييل 4">
            <a:extLst>
              <a:ext uri="{FF2B5EF4-FFF2-40B4-BE49-F238E27FC236}">
                <a16:creationId xmlns:a16="http://schemas.microsoft.com/office/drawing/2014/main" id="{7C073500-9D4B-546F-364C-D9B60FC5DE70}"/>
              </a:ext>
            </a:extLst>
          </p:cNvPr>
          <p:cNvSpPr>
            <a:spLocks noGrp="1"/>
          </p:cNvSpPr>
          <p:nvPr>
            <p:ph type="ftr" sz="quarter" idx="11"/>
          </p:nvPr>
        </p:nvSpPr>
        <p:spPr/>
        <p:txBody>
          <a:bodyPr/>
          <a:lstStyle/>
          <a:p>
            <a:endParaRPr lang="ar-EG"/>
          </a:p>
        </p:txBody>
      </p:sp>
      <p:sp>
        <p:nvSpPr>
          <p:cNvPr id="6" name="عنصر نائب لرقم الشريحة 5">
            <a:extLst>
              <a:ext uri="{FF2B5EF4-FFF2-40B4-BE49-F238E27FC236}">
                <a16:creationId xmlns:a16="http://schemas.microsoft.com/office/drawing/2014/main" id="{44672021-A679-AF96-441D-3ADD4ADE8660}"/>
              </a:ext>
            </a:extLst>
          </p:cNvPr>
          <p:cNvSpPr>
            <a:spLocks noGrp="1"/>
          </p:cNvSpPr>
          <p:nvPr>
            <p:ph type="sldNum" sz="quarter" idx="12"/>
          </p:nvPr>
        </p:nvSpPr>
        <p:spPr/>
        <p:txBody>
          <a:bodyPr/>
          <a:lstStyle/>
          <a:p>
            <a:fld id="{CE042350-52B2-4A86-BE59-61B7CC9CC870}" type="slidenum">
              <a:rPr lang="ar-EG" smtClean="0"/>
              <a:t>‹#›</a:t>
            </a:fld>
            <a:endParaRPr lang="ar-EG"/>
          </a:p>
        </p:txBody>
      </p:sp>
    </p:spTree>
    <p:extLst>
      <p:ext uri="{BB962C8B-B14F-4D97-AF65-F5344CB8AC3E}">
        <p14:creationId xmlns:p14="http://schemas.microsoft.com/office/powerpoint/2010/main" val="3532317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040D009-49E4-3576-FDA0-ECE75F2153B8}"/>
              </a:ext>
            </a:extLst>
          </p:cNvPr>
          <p:cNvSpPr>
            <a:spLocks noGrp="1"/>
          </p:cNvSpPr>
          <p:nvPr>
            <p:ph type="title"/>
          </p:nvPr>
        </p:nvSpPr>
        <p:spPr/>
        <p:txBody>
          <a:bodyPr/>
          <a:lstStyle/>
          <a:p>
            <a:r>
              <a:rPr lang="ar-SA"/>
              <a:t>انقر لتحرير نمط عنوان الشكل الرئيسي</a:t>
            </a:r>
            <a:endParaRPr lang="ar-EG"/>
          </a:p>
        </p:txBody>
      </p:sp>
      <p:sp>
        <p:nvSpPr>
          <p:cNvPr id="3" name="عنصر نائب للمحتوى 2">
            <a:extLst>
              <a:ext uri="{FF2B5EF4-FFF2-40B4-BE49-F238E27FC236}">
                <a16:creationId xmlns:a16="http://schemas.microsoft.com/office/drawing/2014/main" id="{7FB5CF37-9622-EFE6-6984-6214020CD12D}"/>
              </a:ext>
            </a:extLst>
          </p:cNvPr>
          <p:cNvSpPr>
            <a:spLocks noGrp="1"/>
          </p:cNvSpPr>
          <p:nvPr>
            <p:ph sz="half" idx="1"/>
          </p:nvPr>
        </p:nvSpPr>
        <p:spPr>
          <a:xfrm>
            <a:off x="742484" y="2874937"/>
            <a:ext cx="4589899" cy="685235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EG"/>
          </a:p>
        </p:txBody>
      </p:sp>
      <p:sp>
        <p:nvSpPr>
          <p:cNvPr id="4" name="عنصر نائب للمحتوى 3">
            <a:extLst>
              <a:ext uri="{FF2B5EF4-FFF2-40B4-BE49-F238E27FC236}">
                <a16:creationId xmlns:a16="http://schemas.microsoft.com/office/drawing/2014/main" id="{7E5C62AD-C91B-6311-F21F-59B81893F620}"/>
              </a:ext>
            </a:extLst>
          </p:cNvPr>
          <p:cNvSpPr>
            <a:spLocks noGrp="1"/>
          </p:cNvSpPr>
          <p:nvPr>
            <p:ph sz="half" idx="2"/>
          </p:nvPr>
        </p:nvSpPr>
        <p:spPr>
          <a:xfrm>
            <a:off x="5467380" y="2874937"/>
            <a:ext cx="4589899" cy="685235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EG"/>
          </a:p>
        </p:txBody>
      </p:sp>
      <p:sp>
        <p:nvSpPr>
          <p:cNvPr id="5" name="عنصر نائب للتاريخ 4">
            <a:extLst>
              <a:ext uri="{FF2B5EF4-FFF2-40B4-BE49-F238E27FC236}">
                <a16:creationId xmlns:a16="http://schemas.microsoft.com/office/drawing/2014/main" id="{0CC599B3-0561-6D1A-5C27-224E16AC0DD4}"/>
              </a:ext>
            </a:extLst>
          </p:cNvPr>
          <p:cNvSpPr>
            <a:spLocks noGrp="1"/>
          </p:cNvSpPr>
          <p:nvPr>
            <p:ph type="dt" sz="half" idx="10"/>
          </p:nvPr>
        </p:nvSpPr>
        <p:spPr/>
        <p:txBody>
          <a:bodyPr/>
          <a:lstStyle/>
          <a:p>
            <a:fld id="{00E6EB41-5758-44FA-8BB9-CEEC98C3FA15}" type="datetimeFigureOut">
              <a:rPr lang="ar-EG" smtClean="0"/>
              <a:t>21/11/1445</a:t>
            </a:fld>
            <a:endParaRPr lang="ar-EG"/>
          </a:p>
        </p:txBody>
      </p:sp>
      <p:sp>
        <p:nvSpPr>
          <p:cNvPr id="6" name="عنصر نائب للتذييل 5">
            <a:extLst>
              <a:ext uri="{FF2B5EF4-FFF2-40B4-BE49-F238E27FC236}">
                <a16:creationId xmlns:a16="http://schemas.microsoft.com/office/drawing/2014/main" id="{5F79F1B7-8226-0C3B-4AEF-8EBC324E50CE}"/>
              </a:ext>
            </a:extLst>
          </p:cNvPr>
          <p:cNvSpPr>
            <a:spLocks noGrp="1"/>
          </p:cNvSpPr>
          <p:nvPr>
            <p:ph type="ftr" sz="quarter" idx="11"/>
          </p:nvPr>
        </p:nvSpPr>
        <p:spPr/>
        <p:txBody>
          <a:bodyPr/>
          <a:lstStyle/>
          <a:p>
            <a:endParaRPr lang="ar-EG"/>
          </a:p>
        </p:txBody>
      </p:sp>
      <p:sp>
        <p:nvSpPr>
          <p:cNvPr id="7" name="عنصر نائب لرقم الشريحة 6">
            <a:extLst>
              <a:ext uri="{FF2B5EF4-FFF2-40B4-BE49-F238E27FC236}">
                <a16:creationId xmlns:a16="http://schemas.microsoft.com/office/drawing/2014/main" id="{5D5C19D1-15FF-4BAC-B697-53544928A644}"/>
              </a:ext>
            </a:extLst>
          </p:cNvPr>
          <p:cNvSpPr>
            <a:spLocks noGrp="1"/>
          </p:cNvSpPr>
          <p:nvPr>
            <p:ph type="sldNum" sz="quarter" idx="12"/>
          </p:nvPr>
        </p:nvSpPr>
        <p:spPr/>
        <p:txBody>
          <a:bodyPr/>
          <a:lstStyle/>
          <a:p>
            <a:fld id="{CE042350-52B2-4A86-BE59-61B7CC9CC870}" type="slidenum">
              <a:rPr lang="ar-EG" smtClean="0"/>
              <a:t>‹#›</a:t>
            </a:fld>
            <a:endParaRPr lang="ar-EG"/>
          </a:p>
        </p:txBody>
      </p:sp>
    </p:spTree>
    <p:extLst>
      <p:ext uri="{BB962C8B-B14F-4D97-AF65-F5344CB8AC3E}">
        <p14:creationId xmlns:p14="http://schemas.microsoft.com/office/powerpoint/2010/main" val="3532111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CE7A07A-E112-0531-F354-7D4D3F6D8016}"/>
              </a:ext>
            </a:extLst>
          </p:cNvPr>
          <p:cNvSpPr>
            <a:spLocks noGrp="1"/>
          </p:cNvSpPr>
          <p:nvPr>
            <p:ph type="title"/>
          </p:nvPr>
        </p:nvSpPr>
        <p:spPr>
          <a:xfrm>
            <a:off x="743890" y="574994"/>
            <a:ext cx="9314796" cy="2087455"/>
          </a:xfrm>
        </p:spPr>
        <p:txBody>
          <a:bodyPr/>
          <a:lstStyle/>
          <a:p>
            <a:r>
              <a:rPr lang="ar-SA"/>
              <a:t>انقر لتحرير نمط عنوان الشكل الرئيسي</a:t>
            </a:r>
            <a:endParaRPr lang="ar-EG"/>
          </a:p>
        </p:txBody>
      </p:sp>
      <p:sp>
        <p:nvSpPr>
          <p:cNvPr id="3" name="عنصر نائب للنص 2">
            <a:extLst>
              <a:ext uri="{FF2B5EF4-FFF2-40B4-BE49-F238E27FC236}">
                <a16:creationId xmlns:a16="http://schemas.microsoft.com/office/drawing/2014/main" id="{A17060EF-F579-9DB2-0BB0-4B3F2FA7635B}"/>
              </a:ext>
            </a:extLst>
          </p:cNvPr>
          <p:cNvSpPr>
            <a:spLocks noGrp="1"/>
          </p:cNvSpPr>
          <p:nvPr>
            <p:ph type="body" idx="1"/>
          </p:nvPr>
        </p:nvSpPr>
        <p:spPr>
          <a:xfrm>
            <a:off x="743891" y="2647443"/>
            <a:ext cx="4568806" cy="1297471"/>
          </a:xfrm>
        </p:spPr>
        <p:txBody>
          <a:bodyPr anchor="b"/>
          <a:lstStyle>
            <a:lvl1pPr marL="0" indent="0">
              <a:buNone/>
              <a:defRPr sz="3780" b="1"/>
            </a:lvl1pPr>
            <a:lvl2pPr marL="719981" indent="0">
              <a:buNone/>
              <a:defRPr sz="3150" b="1"/>
            </a:lvl2pPr>
            <a:lvl3pPr marL="1439961" indent="0">
              <a:buNone/>
              <a:defRPr sz="2835" b="1"/>
            </a:lvl3pPr>
            <a:lvl4pPr marL="2159942" indent="0">
              <a:buNone/>
              <a:defRPr sz="2520" b="1"/>
            </a:lvl4pPr>
            <a:lvl5pPr marL="2879922" indent="0">
              <a:buNone/>
              <a:defRPr sz="2520" b="1"/>
            </a:lvl5pPr>
            <a:lvl6pPr marL="3599903" indent="0">
              <a:buNone/>
              <a:defRPr sz="2520" b="1"/>
            </a:lvl6pPr>
            <a:lvl7pPr marL="4319883" indent="0">
              <a:buNone/>
              <a:defRPr sz="2520" b="1"/>
            </a:lvl7pPr>
            <a:lvl8pPr marL="5039864" indent="0">
              <a:buNone/>
              <a:defRPr sz="2520" b="1"/>
            </a:lvl8pPr>
            <a:lvl9pPr marL="5759845" indent="0">
              <a:buNone/>
              <a:defRPr sz="252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9A4C8628-86E1-158D-0BC4-9E631ACFA21C}"/>
              </a:ext>
            </a:extLst>
          </p:cNvPr>
          <p:cNvSpPr>
            <a:spLocks noGrp="1"/>
          </p:cNvSpPr>
          <p:nvPr>
            <p:ph sz="half" idx="2"/>
          </p:nvPr>
        </p:nvSpPr>
        <p:spPr>
          <a:xfrm>
            <a:off x="743891" y="3944914"/>
            <a:ext cx="4568806" cy="5802373"/>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EG"/>
          </a:p>
        </p:txBody>
      </p:sp>
      <p:sp>
        <p:nvSpPr>
          <p:cNvPr id="5" name="عنصر نائب للنص 4">
            <a:extLst>
              <a:ext uri="{FF2B5EF4-FFF2-40B4-BE49-F238E27FC236}">
                <a16:creationId xmlns:a16="http://schemas.microsoft.com/office/drawing/2014/main" id="{789BE425-481F-E6EA-0827-FF5F1EF8AF81}"/>
              </a:ext>
            </a:extLst>
          </p:cNvPr>
          <p:cNvSpPr>
            <a:spLocks noGrp="1"/>
          </p:cNvSpPr>
          <p:nvPr>
            <p:ph type="body" sz="quarter" idx="3"/>
          </p:nvPr>
        </p:nvSpPr>
        <p:spPr>
          <a:xfrm>
            <a:off x="5467382" y="2647443"/>
            <a:ext cx="4591306" cy="1297471"/>
          </a:xfrm>
        </p:spPr>
        <p:txBody>
          <a:bodyPr anchor="b"/>
          <a:lstStyle>
            <a:lvl1pPr marL="0" indent="0">
              <a:buNone/>
              <a:defRPr sz="3780" b="1"/>
            </a:lvl1pPr>
            <a:lvl2pPr marL="719981" indent="0">
              <a:buNone/>
              <a:defRPr sz="3150" b="1"/>
            </a:lvl2pPr>
            <a:lvl3pPr marL="1439961" indent="0">
              <a:buNone/>
              <a:defRPr sz="2835" b="1"/>
            </a:lvl3pPr>
            <a:lvl4pPr marL="2159942" indent="0">
              <a:buNone/>
              <a:defRPr sz="2520" b="1"/>
            </a:lvl4pPr>
            <a:lvl5pPr marL="2879922" indent="0">
              <a:buNone/>
              <a:defRPr sz="2520" b="1"/>
            </a:lvl5pPr>
            <a:lvl6pPr marL="3599903" indent="0">
              <a:buNone/>
              <a:defRPr sz="2520" b="1"/>
            </a:lvl6pPr>
            <a:lvl7pPr marL="4319883" indent="0">
              <a:buNone/>
              <a:defRPr sz="2520" b="1"/>
            </a:lvl7pPr>
            <a:lvl8pPr marL="5039864" indent="0">
              <a:buNone/>
              <a:defRPr sz="2520" b="1"/>
            </a:lvl8pPr>
            <a:lvl9pPr marL="5759845" indent="0">
              <a:buNone/>
              <a:defRPr sz="252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CDD23EFF-EE5E-6954-039D-9B3AA560FEBA}"/>
              </a:ext>
            </a:extLst>
          </p:cNvPr>
          <p:cNvSpPr>
            <a:spLocks noGrp="1"/>
          </p:cNvSpPr>
          <p:nvPr>
            <p:ph sz="quarter" idx="4"/>
          </p:nvPr>
        </p:nvSpPr>
        <p:spPr>
          <a:xfrm>
            <a:off x="5467382" y="3944914"/>
            <a:ext cx="4591306" cy="5802373"/>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EG"/>
          </a:p>
        </p:txBody>
      </p:sp>
      <p:sp>
        <p:nvSpPr>
          <p:cNvPr id="7" name="عنصر نائب للتاريخ 6">
            <a:extLst>
              <a:ext uri="{FF2B5EF4-FFF2-40B4-BE49-F238E27FC236}">
                <a16:creationId xmlns:a16="http://schemas.microsoft.com/office/drawing/2014/main" id="{504C7502-FE1B-CB37-8E9D-F2C2914F36CC}"/>
              </a:ext>
            </a:extLst>
          </p:cNvPr>
          <p:cNvSpPr>
            <a:spLocks noGrp="1"/>
          </p:cNvSpPr>
          <p:nvPr>
            <p:ph type="dt" sz="half" idx="10"/>
          </p:nvPr>
        </p:nvSpPr>
        <p:spPr/>
        <p:txBody>
          <a:bodyPr/>
          <a:lstStyle/>
          <a:p>
            <a:fld id="{00E6EB41-5758-44FA-8BB9-CEEC98C3FA15}" type="datetimeFigureOut">
              <a:rPr lang="ar-EG" smtClean="0"/>
              <a:t>21/11/1445</a:t>
            </a:fld>
            <a:endParaRPr lang="ar-EG"/>
          </a:p>
        </p:txBody>
      </p:sp>
      <p:sp>
        <p:nvSpPr>
          <p:cNvPr id="8" name="عنصر نائب للتذييل 7">
            <a:extLst>
              <a:ext uri="{FF2B5EF4-FFF2-40B4-BE49-F238E27FC236}">
                <a16:creationId xmlns:a16="http://schemas.microsoft.com/office/drawing/2014/main" id="{8CF64D5E-406E-6E9B-E1B7-0D37B4546F8A}"/>
              </a:ext>
            </a:extLst>
          </p:cNvPr>
          <p:cNvSpPr>
            <a:spLocks noGrp="1"/>
          </p:cNvSpPr>
          <p:nvPr>
            <p:ph type="ftr" sz="quarter" idx="11"/>
          </p:nvPr>
        </p:nvSpPr>
        <p:spPr/>
        <p:txBody>
          <a:bodyPr/>
          <a:lstStyle/>
          <a:p>
            <a:endParaRPr lang="ar-EG"/>
          </a:p>
        </p:txBody>
      </p:sp>
      <p:sp>
        <p:nvSpPr>
          <p:cNvPr id="9" name="عنصر نائب لرقم الشريحة 8">
            <a:extLst>
              <a:ext uri="{FF2B5EF4-FFF2-40B4-BE49-F238E27FC236}">
                <a16:creationId xmlns:a16="http://schemas.microsoft.com/office/drawing/2014/main" id="{0A70ABBF-C2C5-163E-63AE-9F925BF8FD73}"/>
              </a:ext>
            </a:extLst>
          </p:cNvPr>
          <p:cNvSpPr>
            <a:spLocks noGrp="1"/>
          </p:cNvSpPr>
          <p:nvPr>
            <p:ph type="sldNum" sz="quarter" idx="12"/>
          </p:nvPr>
        </p:nvSpPr>
        <p:spPr/>
        <p:txBody>
          <a:bodyPr/>
          <a:lstStyle/>
          <a:p>
            <a:fld id="{CE042350-52B2-4A86-BE59-61B7CC9CC870}" type="slidenum">
              <a:rPr lang="ar-EG" smtClean="0"/>
              <a:t>‹#›</a:t>
            </a:fld>
            <a:endParaRPr lang="ar-EG"/>
          </a:p>
        </p:txBody>
      </p:sp>
    </p:spTree>
    <p:extLst>
      <p:ext uri="{BB962C8B-B14F-4D97-AF65-F5344CB8AC3E}">
        <p14:creationId xmlns:p14="http://schemas.microsoft.com/office/powerpoint/2010/main" val="3030463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817C2FE-45E0-BCCB-C657-FE471E14F3E4}"/>
              </a:ext>
            </a:extLst>
          </p:cNvPr>
          <p:cNvSpPr>
            <a:spLocks noGrp="1"/>
          </p:cNvSpPr>
          <p:nvPr>
            <p:ph type="title"/>
          </p:nvPr>
        </p:nvSpPr>
        <p:spPr/>
        <p:txBody>
          <a:bodyPr/>
          <a:lstStyle/>
          <a:p>
            <a:r>
              <a:rPr lang="ar-SA"/>
              <a:t>انقر لتحرير نمط عنوان الشكل الرئيسي</a:t>
            </a:r>
            <a:endParaRPr lang="ar-EG"/>
          </a:p>
        </p:txBody>
      </p:sp>
      <p:sp>
        <p:nvSpPr>
          <p:cNvPr id="3" name="عنصر نائب للتاريخ 2">
            <a:extLst>
              <a:ext uri="{FF2B5EF4-FFF2-40B4-BE49-F238E27FC236}">
                <a16:creationId xmlns:a16="http://schemas.microsoft.com/office/drawing/2014/main" id="{E38196FC-14AD-5061-89A6-4D5937FC5492}"/>
              </a:ext>
            </a:extLst>
          </p:cNvPr>
          <p:cNvSpPr>
            <a:spLocks noGrp="1"/>
          </p:cNvSpPr>
          <p:nvPr>
            <p:ph type="dt" sz="half" idx="10"/>
          </p:nvPr>
        </p:nvSpPr>
        <p:spPr/>
        <p:txBody>
          <a:bodyPr/>
          <a:lstStyle/>
          <a:p>
            <a:fld id="{00E6EB41-5758-44FA-8BB9-CEEC98C3FA15}" type="datetimeFigureOut">
              <a:rPr lang="ar-EG" smtClean="0"/>
              <a:t>21/11/1445</a:t>
            </a:fld>
            <a:endParaRPr lang="ar-EG"/>
          </a:p>
        </p:txBody>
      </p:sp>
      <p:sp>
        <p:nvSpPr>
          <p:cNvPr id="4" name="عنصر نائب للتذييل 3">
            <a:extLst>
              <a:ext uri="{FF2B5EF4-FFF2-40B4-BE49-F238E27FC236}">
                <a16:creationId xmlns:a16="http://schemas.microsoft.com/office/drawing/2014/main" id="{DA02A9DA-22C6-3EB6-22B4-123B1D9A32E3}"/>
              </a:ext>
            </a:extLst>
          </p:cNvPr>
          <p:cNvSpPr>
            <a:spLocks noGrp="1"/>
          </p:cNvSpPr>
          <p:nvPr>
            <p:ph type="ftr" sz="quarter" idx="11"/>
          </p:nvPr>
        </p:nvSpPr>
        <p:spPr/>
        <p:txBody>
          <a:bodyPr/>
          <a:lstStyle/>
          <a:p>
            <a:endParaRPr lang="ar-EG"/>
          </a:p>
        </p:txBody>
      </p:sp>
      <p:sp>
        <p:nvSpPr>
          <p:cNvPr id="5" name="عنصر نائب لرقم الشريحة 4">
            <a:extLst>
              <a:ext uri="{FF2B5EF4-FFF2-40B4-BE49-F238E27FC236}">
                <a16:creationId xmlns:a16="http://schemas.microsoft.com/office/drawing/2014/main" id="{52CB34E5-3235-0352-784C-7410A817C10A}"/>
              </a:ext>
            </a:extLst>
          </p:cNvPr>
          <p:cNvSpPr>
            <a:spLocks noGrp="1"/>
          </p:cNvSpPr>
          <p:nvPr>
            <p:ph type="sldNum" sz="quarter" idx="12"/>
          </p:nvPr>
        </p:nvSpPr>
        <p:spPr/>
        <p:txBody>
          <a:bodyPr/>
          <a:lstStyle/>
          <a:p>
            <a:fld id="{CE042350-52B2-4A86-BE59-61B7CC9CC870}" type="slidenum">
              <a:rPr lang="ar-EG" smtClean="0"/>
              <a:t>‹#›</a:t>
            </a:fld>
            <a:endParaRPr lang="ar-EG"/>
          </a:p>
        </p:txBody>
      </p:sp>
    </p:spTree>
    <p:extLst>
      <p:ext uri="{BB962C8B-B14F-4D97-AF65-F5344CB8AC3E}">
        <p14:creationId xmlns:p14="http://schemas.microsoft.com/office/powerpoint/2010/main" val="3489748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E0072E25-98C5-9F5F-4852-F83CC04F9577}"/>
              </a:ext>
            </a:extLst>
          </p:cNvPr>
          <p:cNvSpPr>
            <a:spLocks noGrp="1"/>
          </p:cNvSpPr>
          <p:nvPr>
            <p:ph type="dt" sz="half" idx="10"/>
          </p:nvPr>
        </p:nvSpPr>
        <p:spPr/>
        <p:txBody>
          <a:bodyPr/>
          <a:lstStyle/>
          <a:p>
            <a:fld id="{00E6EB41-5758-44FA-8BB9-CEEC98C3FA15}" type="datetimeFigureOut">
              <a:rPr lang="ar-EG" smtClean="0"/>
              <a:t>21/11/1445</a:t>
            </a:fld>
            <a:endParaRPr lang="ar-EG"/>
          </a:p>
        </p:txBody>
      </p:sp>
      <p:sp>
        <p:nvSpPr>
          <p:cNvPr id="3" name="عنصر نائب للتذييل 2">
            <a:extLst>
              <a:ext uri="{FF2B5EF4-FFF2-40B4-BE49-F238E27FC236}">
                <a16:creationId xmlns:a16="http://schemas.microsoft.com/office/drawing/2014/main" id="{DE47C932-58C8-805A-2842-DA9D54E241E5}"/>
              </a:ext>
            </a:extLst>
          </p:cNvPr>
          <p:cNvSpPr>
            <a:spLocks noGrp="1"/>
          </p:cNvSpPr>
          <p:nvPr>
            <p:ph type="ftr" sz="quarter" idx="11"/>
          </p:nvPr>
        </p:nvSpPr>
        <p:spPr/>
        <p:txBody>
          <a:bodyPr/>
          <a:lstStyle/>
          <a:p>
            <a:endParaRPr lang="ar-EG"/>
          </a:p>
        </p:txBody>
      </p:sp>
      <p:sp>
        <p:nvSpPr>
          <p:cNvPr id="4" name="عنصر نائب لرقم الشريحة 3">
            <a:extLst>
              <a:ext uri="{FF2B5EF4-FFF2-40B4-BE49-F238E27FC236}">
                <a16:creationId xmlns:a16="http://schemas.microsoft.com/office/drawing/2014/main" id="{3C825DF0-E107-50FB-A872-668107091BBD}"/>
              </a:ext>
            </a:extLst>
          </p:cNvPr>
          <p:cNvSpPr>
            <a:spLocks noGrp="1"/>
          </p:cNvSpPr>
          <p:nvPr>
            <p:ph type="sldNum" sz="quarter" idx="12"/>
          </p:nvPr>
        </p:nvSpPr>
        <p:spPr/>
        <p:txBody>
          <a:bodyPr/>
          <a:lstStyle/>
          <a:p>
            <a:fld id="{CE042350-52B2-4A86-BE59-61B7CC9CC870}" type="slidenum">
              <a:rPr lang="ar-EG" smtClean="0"/>
              <a:t>‹#›</a:t>
            </a:fld>
            <a:endParaRPr lang="ar-EG"/>
          </a:p>
        </p:txBody>
      </p:sp>
    </p:spTree>
    <p:extLst>
      <p:ext uri="{BB962C8B-B14F-4D97-AF65-F5344CB8AC3E}">
        <p14:creationId xmlns:p14="http://schemas.microsoft.com/office/powerpoint/2010/main" val="2456044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065A6D7-0CF9-8D51-6AA4-C55A2B908266}"/>
              </a:ext>
            </a:extLst>
          </p:cNvPr>
          <p:cNvSpPr>
            <a:spLocks noGrp="1"/>
          </p:cNvSpPr>
          <p:nvPr>
            <p:ph type="title"/>
          </p:nvPr>
        </p:nvSpPr>
        <p:spPr>
          <a:xfrm>
            <a:off x="743891" y="719984"/>
            <a:ext cx="3483204" cy="2519945"/>
          </a:xfrm>
        </p:spPr>
        <p:txBody>
          <a:bodyPr anchor="b"/>
          <a:lstStyle>
            <a:lvl1pPr>
              <a:defRPr sz="5039"/>
            </a:lvl1pPr>
          </a:lstStyle>
          <a:p>
            <a:r>
              <a:rPr lang="ar-SA"/>
              <a:t>انقر لتحرير نمط عنوان الشكل الرئيسي</a:t>
            </a:r>
            <a:endParaRPr lang="ar-EG"/>
          </a:p>
        </p:txBody>
      </p:sp>
      <p:sp>
        <p:nvSpPr>
          <p:cNvPr id="3" name="عنصر نائب للمحتوى 2">
            <a:extLst>
              <a:ext uri="{FF2B5EF4-FFF2-40B4-BE49-F238E27FC236}">
                <a16:creationId xmlns:a16="http://schemas.microsoft.com/office/drawing/2014/main" id="{FEF333B2-302F-38E2-0E3D-A1CE6342FE4C}"/>
              </a:ext>
            </a:extLst>
          </p:cNvPr>
          <p:cNvSpPr>
            <a:spLocks noGrp="1"/>
          </p:cNvSpPr>
          <p:nvPr>
            <p:ph idx="1"/>
          </p:nvPr>
        </p:nvSpPr>
        <p:spPr>
          <a:xfrm>
            <a:off x="4591306" y="1554973"/>
            <a:ext cx="5467380" cy="7674832"/>
          </a:xfrm>
        </p:spPr>
        <p:txBody>
          <a:bodyPr/>
          <a:lstStyle>
            <a:lvl1pPr>
              <a:defRPr sz="5039"/>
            </a:lvl1pPr>
            <a:lvl2pPr>
              <a:defRPr sz="4409"/>
            </a:lvl2pPr>
            <a:lvl3pPr>
              <a:defRPr sz="3780"/>
            </a:lvl3pPr>
            <a:lvl4pPr>
              <a:defRPr sz="3150"/>
            </a:lvl4pPr>
            <a:lvl5pPr>
              <a:defRPr sz="3150"/>
            </a:lvl5pPr>
            <a:lvl6pPr>
              <a:defRPr sz="3150"/>
            </a:lvl6pPr>
            <a:lvl7pPr>
              <a:defRPr sz="3150"/>
            </a:lvl7pPr>
            <a:lvl8pPr>
              <a:defRPr sz="3150"/>
            </a:lvl8pPr>
            <a:lvl9pPr>
              <a:defRPr sz="315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EG"/>
          </a:p>
        </p:txBody>
      </p:sp>
      <p:sp>
        <p:nvSpPr>
          <p:cNvPr id="4" name="عنصر نائب للنص 3">
            <a:extLst>
              <a:ext uri="{FF2B5EF4-FFF2-40B4-BE49-F238E27FC236}">
                <a16:creationId xmlns:a16="http://schemas.microsoft.com/office/drawing/2014/main" id="{DD8DF87C-DE8A-3420-EB68-FFD04B438446}"/>
              </a:ext>
            </a:extLst>
          </p:cNvPr>
          <p:cNvSpPr>
            <a:spLocks noGrp="1"/>
          </p:cNvSpPr>
          <p:nvPr>
            <p:ph type="body" sz="half" idx="2"/>
          </p:nvPr>
        </p:nvSpPr>
        <p:spPr>
          <a:xfrm>
            <a:off x="743891" y="3239929"/>
            <a:ext cx="3483204" cy="6002369"/>
          </a:xfrm>
        </p:spPr>
        <p:txBody>
          <a:bodyPr/>
          <a:lstStyle>
            <a:lvl1pPr marL="0" indent="0">
              <a:buNone/>
              <a:defRPr sz="2520"/>
            </a:lvl1pPr>
            <a:lvl2pPr marL="719981" indent="0">
              <a:buNone/>
              <a:defRPr sz="2205"/>
            </a:lvl2pPr>
            <a:lvl3pPr marL="1439961" indent="0">
              <a:buNone/>
              <a:defRPr sz="1890"/>
            </a:lvl3pPr>
            <a:lvl4pPr marL="2159942" indent="0">
              <a:buNone/>
              <a:defRPr sz="1575"/>
            </a:lvl4pPr>
            <a:lvl5pPr marL="2879922" indent="0">
              <a:buNone/>
              <a:defRPr sz="1575"/>
            </a:lvl5pPr>
            <a:lvl6pPr marL="3599903" indent="0">
              <a:buNone/>
              <a:defRPr sz="1575"/>
            </a:lvl6pPr>
            <a:lvl7pPr marL="4319883" indent="0">
              <a:buNone/>
              <a:defRPr sz="1575"/>
            </a:lvl7pPr>
            <a:lvl8pPr marL="5039864" indent="0">
              <a:buNone/>
              <a:defRPr sz="1575"/>
            </a:lvl8pPr>
            <a:lvl9pPr marL="5759845" indent="0">
              <a:buNone/>
              <a:defRPr sz="1575"/>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E55E1F8E-69E3-53E9-B25D-551A1C3FAD1A}"/>
              </a:ext>
            </a:extLst>
          </p:cNvPr>
          <p:cNvSpPr>
            <a:spLocks noGrp="1"/>
          </p:cNvSpPr>
          <p:nvPr>
            <p:ph type="dt" sz="half" idx="10"/>
          </p:nvPr>
        </p:nvSpPr>
        <p:spPr/>
        <p:txBody>
          <a:bodyPr/>
          <a:lstStyle/>
          <a:p>
            <a:fld id="{00E6EB41-5758-44FA-8BB9-CEEC98C3FA15}" type="datetimeFigureOut">
              <a:rPr lang="ar-EG" smtClean="0"/>
              <a:t>21/11/1445</a:t>
            </a:fld>
            <a:endParaRPr lang="ar-EG"/>
          </a:p>
        </p:txBody>
      </p:sp>
      <p:sp>
        <p:nvSpPr>
          <p:cNvPr id="6" name="عنصر نائب للتذييل 5">
            <a:extLst>
              <a:ext uri="{FF2B5EF4-FFF2-40B4-BE49-F238E27FC236}">
                <a16:creationId xmlns:a16="http://schemas.microsoft.com/office/drawing/2014/main" id="{EF2746C4-FA4E-8BEE-F27F-D8D467AE59F6}"/>
              </a:ext>
            </a:extLst>
          </p:cNvPr>
          <p:cNvSpPr>
            <a:spLocks noGrp="1"/>
          </p:cNvSpPr>
          <p:nvPr>
            <p:ph type="ftr" sz="quarter" idx="11"/>
          </p:nvPr>
        </p:nvSpPr>
        <p:spPr/>
        <p:txBody>
          <a:bodyPr/>
          <a:lstStyle/>
          <a:p>
            <a:endParaRPr lang="ar-EG"/>
          </a:p>
        </p:txBody>
      </p:sp>
      <p:sp>
        <p:nvSpPr>
          <p:cNvPr id="7" name="عنصر نائب لرقم الشريحة 6">
            <a:extLst>
              <a:ext uri="{FF2B5EF4-FFF2-40B4-BE49-F238E27FC236}">
                <a16:creationId xmlns:a16="http://schemas.microsoft.com/office/drawing/2014/main" id="{D328B157-6B1D-AA7C-7E05-467300F4D87C}"/>
              </a:ext>
            </a:extLst>
          </p:cNvPr>
          <p:cNvSpPr>
            <a:spLocks noGrp="1"/>
          </p:cNvSpPr>
          <p:nvPr>
            <p:ph type="sldNum" sz="quarter" idx="12"/>
          </p:nvPr>
        </p:nvSpPr>
        <p:spPr/>
        <p:txBody>
          <a:bodyPr/>
          <a:lstStyle/>
          <a:p>
            <a:fld id="{CE042350-52B2-4A86-BE59-61B7CC9CC870}" type="slidenum">
              <a:rPr lang="ar-EG" smtClean="0"/>
              <a:t>‹#›</a:t>
            </a:fld>
            <a:endParaRPr lang="ar-EG"/>
          </a:p>
        </p:txBody>
      </p:sp>
    </p:spTree>
    <p:extLst>
      <p:ext uri="{BB962C8B-B14F-4D97-AF65-F5344CB8AC3E}">
        <p14:creationId xmlns:p14="http://schemas.microsoft.com/office/powerpoint/2010/main" val="2949344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7E252EB-2839-3DFC-007F-3B181FAAC7C4}"/>
              </a:ext>
            </a:extLst>
          </p:cNvPr>
          <p:cNvSpPr>
            <a:spLocks noGrp="1"/>
          </p:cNvSpPr>
          <p:nvPr>
            <p:ph type="title"/>
          </p:nvPr>
        </p:nvSpPr>
        <p:spPr>
          <a:xfrm>
            <a:off x="743891" y="719984"/>
            <a:ext cx="3483204" cy="2519945"/>
          </a:xfrm>
        </p:spPr>
        <p:txBody>
          <a:bodyPr anchor="b"/>
          <a:lstStyle>
            <a:lvl1pPr>
              <a:defRPr sz="5039"/>
            </a:lvl1pPr>
          </a:lstStyle>
          <a:p>
            <a:r>
              <a:rPr lang="ar-SA"/>
              <a:t>انقر لتحرير نمط عنوان الشكل الرئيسي</a:t>
            </a:r>
            <a:endParaRPr lang="ar-EG"/>
          </a:p>
        </p:txBody>
      </p:sp>
      <p:sp>
        <p:nvSpPr>
          <p:cNvPr id="3" name="عنصر نائب للصورة 2">
            <a:extLst>
              <a:ext uri="{FF2B5EF4-FFF2-40B4-BE49-F238E27FC236}">
                <a16:creationId xmlns:a16="http://schemas.microsoft.com/office/drawing/2014/main" id="{EC1FEA52-2470-D23B-1E47-4CAABA781483}"/>
              </a:ext>
            </a:extLst>
          </p:cNvPr>
          <p:cNvSpPr>
            <a:spLocks noGrp="1"/>
          </p:cNvSpPr>
          <p:nvPr>
            <p:ph type="pic" idx="1"/>
          </p:nvPr>
        </p:nvSpPr>
        <p:spPr>
          <a:xfrm>
            <a:off x="4591306" y="1554973"/>
            <a:ext cx="5467380" cy="7674832"/>
          </a:xfrm>
        </p:spPr>
        <p:txBody>
          <a:bodyPr/>
          <a:lstStyle>
            <a:lvl1pPr marL="0" indent="0">
              <a:buNone/>
              <a:defRPr sz="5039"/>
            </a:lvl1pPr>
            <a:lvl2pPr marL="719981" indent="0">
              <a:buNone/>
              <a:defRPr sz="4409"/>
            </a:lvl2pPr>
            <a:lvl3pPr marL="1439961" indent="0">
              <a:buNone/>
              <a:defRPr sz="3780"/>
            </a:lvl3pPr>
            <a:lvl4pPr marL="2159942" indent="0">
              <a:buNone/>
              <a:defRPr sz="3150"/>
            </a:lvl4pPr>
            <a:lvl5pPr marL="2879922" indent="0">
              <a:buNone/>
              <a:defRPr sz="3150"/>
            </a:lvl5pPr>
            <a:lvl6pPr marL="3599903" indent="0">
              <a:buNone/>
              <a:defRPr sz="3150"/>
            </a:lvl6pPr>
            <a:lvl7pPr marL="4319883" indent="0">
              <a:buNone/>
              <a:defRPr sz="3150"/>
            </a:lvl7pPr>
            <a:lvl8pPr marL="5039864" indent="0">
              <a:buNone/>
              <a:defRPr sz="3150"/>
            </a:lvl8pPr>
            <a:lvl9pPr marL="5759845" indent="0">
              <a:buNone/>
              <a:defRPr sz="3150"/>
            </a:lvl9pPr>
          </a:lstStyle>
          <a:p>
            <a:endParaRPr lang="ar-EG"/>
          </a:p>
        </p:txBody>
      </p:sp>
      <p:sp>
        <p:nvSpPr>
          <p:cNvPr id="4" name="عنصر نائب للنص 3">
            <a:extLst>
              <a:ext uri="{FF2B5EF4-FFF2-40B4-BE49-F238E27FC236}">
                <a16:creationId xmlns:a16="http://schemas.microsoft.com/office/drawing/2014/main" id="{23BCE5B6-75E3-4D81-0928-39810FC5CB6B}"/>
              </a:ext>
            </a:extLst>
          </p:cNvPr>
          <p:cNvSpPr>
            <a:spLocks noGrp="1"/>
          </p:cNvSpPr>
          <p:nvPr>
            <p:ph type="body" sz="half" idx="2"/>
          </p:nvPr>
        </p:nvSpPr>
        <p:spPr>
          <a:xfrm>
            <a:off x="743891" y="3239929"/>
            <a:ext cx="3483204" cy="6002369"/>
          </a:xfrm>
        </p:spPr>
        <p:txBody>
          <a:bodyPr/>
          <a:lstStyle>
            <a:lvl1pPr marL="0" indent="0">
              <a:buNone/>
              <a:defRPr sz="2520"/>
            </a:lvl1pPr>
            <a:lvl2pPr marL="719981" indent="0">
              <a:buNone/>
              <a:defRPr sz="2205"/>
            </a:lvl2pPr>
            <a:lvl3pPr marL="1439961" indent="0">
              <a:buNone/>
              <a:defRPr sz="1890"/>
            </a:lvl3pPr>
            <a:lvl4pPr marL="2159942" indent="0">
              <a:buNone/>
              <a:defRPr sz="1575"/>
            </a:lvl4pPr>
            <a:lvl5pPr marL="2879922" indent="0">
              <a:buNone/>
              <a:defRPr sz="1575"/>
            </a:lvl5pPr>
            <a:lvl6pPr marL="3599903" indent="0">
              <a:buNone/>
              <a:defRPr sz="1575"/>
            </a:lvl6pPr>
            <a:lvl7pPr marL="4319883" indent="0">
              <a:buNone/>
              <a:defRPr sz="1575"/>
            </a:lvl7pPr>
            <a:lvl8pPr marL="5039864" indent="0">
              <a:buNone/>
              <a:defRPr sz="1575"/>
            </a:lvl8pPr>
            <a:lvl9pPr marL="5759845" indent="0">
              <a:buNone/>
              <a:defRPr sz="1575"/>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A05B1A61-23EB-6163-5CFB-1AF99C07607B}"/>
              </a:ext>
            </a:extLst>
          </p:cNvPr>
          <p:cNvSpPr>
            <a:spLocks noGrp="1"/>
          </p:cNvSpPr>
          <p:nvPr>
            <p:ph type="dt" sz="half" idx="10"/>
          </p:nvPr>
        </p:nvSpPr>
        <p:spPr/>
        <p:txBody>
          <a:bodyPr/>
          <a:lstStyle/>
          <a:p>
            <a:fld id="{00E6EB41-5758-44FA-8BB9-CEEC98C3FA15}" type="datetimeFigureOut">
              <a:rPr lang="ar-EG" smtClean="0"/>
              <a:t>21/11/1445</a:t>
            </a:fld>
            <a:endParaRPr lang="ar-EG"/>
          </a:p>
        </p:txBody>
      </p:sp>
      <p:sp>
        <p:nvSpPr>
          <p:cNvPr id="6" name="عنصر نائب للتذييل 5">
            <a:extLst>
              <a:ext uri="{FF2B5EF4-FFF2-40B4-BE49-F238E27FC236}">
                <a16:creationId xmlns:a16="http://schemas.microsoft.com/office/drawing/2014/main" id="{CD079068-FAD6-8C95-B55E-8FD45C6BE832}"/>
              </a:ext>
            </a:extLst>
          </p:cNvPr>
          <p:cNvSpPr>
            <a:spLocks noGrp="1"/>
          </p:cNvSpPr>
          <p:nvPr>
            <p:ph type="ftr" sz="quarter" idx="11"/>
          </p:nvPr>
        </p:nvSpPr>
        <p:spPr/>
        <p:txBody>
          <a:bodyPr/>
          <a:lstStyle/>
          <a:p>
            <a:endParaRPr lang="ar-EG"/>
          </a:p>
        </p:txBody>
      </p:sp>
      <p:sp>
        <p:nvSpPr>
          <p:cNvPr id="7" name="عنصر نائب لرقم الشريحة 6">
            <a:extLst>
              <a:ext uri="{FF2B5EF4-FFF2-40B4-BE49-F238E27FC236}">
                <a16:creationId xmlns:a16="http://schemas.microsoft.com/office/drawing/2014/main" id="{A4D1C08E-6BDF-EFDD-A6FE-DD427A807D67}"/>
              </a:ext>
            </a:extLst>
          </p:cNvPr>
          <p:cNvSpPr>
            <a:spLocks noGrp="1"/>
          </p:cNvSpPr>
          <p:nvPr>
            <p:ph type="sldNum" sz="quarter" idx="12"/>
          </p:nvPr>
        </p:nvSpPr>
        <p:spPr/>
        <p:txBody>
          <a:bodyPr/>
          <a:lstStyle/>
          <a:p>
            <a:fld id="{CE042350-52B2-4A86-BE59-61B7CC9CC870}" type="slidenum">
              <a:rPr lang="ar-EG" smtClean="0"/>
              <a:t>‹#›</a:t>
            </a:fld>
            <a:endParaRPr lang="ar-EG"/>
          </a:p>
        </p:txBody>
      </p:sp>
    </p:spTree>
    <p:extLst>
      <p:ext uri="{BB962C8B-B14F-4D97-AF65-F5344CB8AC3E}">
        <p14:creationId xmlns:p14="http://schemas.microsoft.com/office/powerpoint/2010/main" val="2606195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B8C1DD0-ED39-F607-8E3A-BA3E718AB7DE}"/>
              </a:ext>
            </a:extLst>
          </p:cNvPr>
          <p:cNvSpPr>
            <a:spLocks noGrp="1"/>
          </p:cNvSpPr>
          <p:nvPr>
            <p:ph type="title"/>
          </p:nvPr>
        </p:nvSpPr>
        <p:spPr/>
        <p:txBody>
          <a:bodyPr/>
          <a:lstStyle/>
          <a:p>
            <a:r>
              <a:rPr lang="ar-SA"/>
              <a:t>انقر لتحرير نمط عنوان الشكل الرئيسي</a:t>
            </a:r>
            <a:endParaRPr lang="ar-EG"/>
          </a:p>
        </p:txBody>
      </p:sp>
      <p:sp>
        <p:nvSpPr>
          <p:cNvPr id="3" name="عنصر نائب للعنوان العمودي 2">
            <a:extLst>
              <a:ext uri="{FF2B5EF4-FFF2-40B4-BE49-F238E27FC236}">
                <a16:creationId xmlns:a16="http://schemas.microsoft.com/office/drawing/2014/main" id="{8F1782AE-3ED5-FE23-4C65-86E860A9AD9F}"/>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EG"/>
          </a:p>
        </p:txBody>
      </p:sp>
      <p:sp>
        <p:nvSpPr>
          <p:cNvPr id="4" name="عنصر نائب للتاريخ 3">
            <a:extLst>
              <a:ext uri="{FF2B5EF4-FFF2-40B4-BE49-F238E27FC236}">
                <a16:creationId xmlns:a16="http://schemas.microsoft.com/office/drawing/2014/main" id="{E7F61595-01B9-99BA-7895-CB83DEB9DF80}"/>
              </a:ext>
            </a:extLst>
          </p:cNvPr>
          <p:cNvSpPr>
            <a:spLocks noGrp="1"/>
          </p:cNvSpPr>
          <p:nvPr>
            <p:ph type="dt" sz="half" idx="10"/>
          </p:nvPr>
        </p:nvSpPr>
        <p:spPr/>
        <p:txBody>
          <a:bodyPr/>
          <a:lstStyle/>
          <a:p>
            <a:fld id="{00E6EB41-5758-44FA-8BB9-CEEC98C3FA15}" type="datetimeFigureOut">
              <a:rPr lang="ar-EG" smtClean="0"/>
              <a:t>21/11/1445</a:t>
            </a:fld>
            <a:endParaRPr lang="ar-EG"/>
          </a:p>
        </p:txBody>
      </p:sp>
      <p:sp>
        <p:nvSpPr>
          <p:cNvPr id="5" name="عنصر نائب للتذييل 4">
            <a:extLst>
              <a:ext uri="{FF2B5EF4-FFF2-40B4-BE49-F238E27FC236}">
                <a16:creationId xmlns:a16="http://schemas.microsoft.com/office/drawing/2014/main" id="{2F4E0FC1-2C8B-2B24-D71B-083E5E858CAC}"/>
              </a:ext>
            </a:extLst>
          </p:cNvPr>
          <p:cNvSpPr>
            <a:spLocks noGrp="1"/>
          </p:cNvSpPr>
          <p:nvPr>
            <p:ph type="ftr" sz="quarter" idx="11"/>
          </p:nvPr>
        </p:nvSpPr>
        <p:spPr/>
        <p:txBody>
          <a:bodyPr/>
          <a:lstStyle/>
          <a:p>
            <a:endParaRPr lang="ar-EG"/>
          </a:p>
        </p:txBody>
      </p:sp>
      <p:sp>
        <p:nvSpPr>
          <p:cNvPr id="6" name="عنصر نائب لرقم الشريحة 5">
            <a:extLst>
              <a:ext uri="{FF2B5EF4-FFF2-40B4-BE49-F238E27FC236}">
                <a16:creationId xmlns:a16="http://schemas.microsoft.com/office/drawing/2014/main" id="{25A811A4-024B-9927-DD93-E71AA07B6AAF}"/>
              </a:ext>
            </a:extLst>
          </p:cNvPr>
          <p:cNvSpPr>
            <a:spLocks noGrp="1"/>
          </p:cNvSpPr>
          <p:nvPr>
            <p:ph type="sldNum" sz="quarter" idx="12"/>
          </p:nvPr>
        </p:nvSpPr>
        <p:spPr/>
        <p:txBody>
          <a:bodyPr/>
          <a:lstStyle/>
          <a:p>
            <a:fld id="{CE042350-52B2-4A86-BE59-61B7CC9CC870}" type="slidenum">
              <a:rPr lang="ar-EG" smtClean="0"/>
              <a:t>‹#›</a:t>
            </a:fld>
            <a:endParaRPr lang="ar-EG"/>
          </a:p>
        </p:txBody>
      </p:sp>
    </p:spTree>
    <p:extLst>
      <p:ext uri="{BB962C8B-B14F-4D97-AF65-F5344CB8AC3E}">
        <p14:creationId xmlns:p14="http://schemas.microsoft.com/office/powerpoint/2010/main" val="2257137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6FD4286A-F03F-B981-A131-33600F92AFC2}"/>
              </a:ext>
            </a:extLst>
          </p:cNvPr>
          <p:cNvSpPr>
            <a:spLocks noGrp="1"/>
          </p:cNvSpPr>
          <p:nvPr>
            <p:ph type="title" orient="vert"/>
          </p:nvPr>
        </p:nvSpPr>
        <p:spPr>
          <a:xfrm>
            <a:off x="7728582" y="574987"/>
            <a:ext cx="2328699" cy="9152300"/>
          </a:xfrm>
        </p:spPr>
        <p:txBody>
          <a:bodyPr vert="eaVert"/>
          <a:lstStyle/>
          <a:p>
            <a:r>
              <a:rPr lang="ar-SA"/>
              <a:t>انقر لتحرير نمط عنوان الشكل الرئيسي</a:t>
            </a:r>
            <a:endParaRPr lang="ar-EG"/>
          </a:p>
        </p:txBody>
      </p:sp>
      <p:sp>
        <p:nvSpPr>
          <p:cNvPr id="3" name="عنصر نائب للعنوان العمودي 2">
            <a:extLst>
              <a:ext uri="{FF2B5EF4-FFF2-40B4-BE49-F238E27FC236}">
                <a16:creationId xmlns:a16="http://schemas.microsoft.com/office/drawing/2014/main" id="{A77104E6-E5F8-AE76-1D5A-2FCCA3901B96}"/>
              </a:ext>
            </a:extLst>
          </p:cNvPr>
          <p:cNvSpPr>
            <a:spLocks noGrp="1"/>
          </p:cNvSpPr>
          <p:nvPr>
            <p:ph type="body" orient="vert" idx="1"/>
          </p:nvPr>
        </p:nvSpPr>
        <p:spPr>
          <a:xfrm>
            <a:off x="742485" y="574987"/>
            <a:ext cx="6851100" cy="9152300"/>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EG"/>
          </a:p>
        </p:txBody>
      </p:sp>
      <p:sp>
        <p:nvSpPr>
          <p:cNvPr id="4" name="عنصر نائب للتاريخ 3">
            <a:extLst>
              <a:ext uri="{FF2B5EF4-FFF2-40B4-BE49-F238E27FC236}">
                <a16:creationId xmlns:a16="http://schemas.microsoft.com/office/drawing/2014/main" id="{9925BBD7-CE7A-FBA0-51C7-0AC3533E18E7}"/>
              </a:ext>
            </a:extLst>
          </p:cNvPr>
          <p:cNvSpPr>
            <a:spLocks noGrp="1"/>
          </p:cNvSpPr>
          <p:nvPr>
            <p:ph type="dt" sz="half" idx="10"/>
          </p:nvPr>
        </p:nvSpPr>
        <p:spPr/>
        <p:txBody>
          <a:bodyPr/>
          <a:lstStyle/>
          <a:p>
            <a:fld id="{00E6EB41-5758-44FA-8BB9-CEEC98C3FA15}" type="datetimeFigureOut">
              <a:rPr lang="ar-EG" smtClean="0"/>
              <a:t>21/11/1445</a:t>
            </a:fld>
            <a:endParaRPr lang="ar-EG"/>
          </a:p>
        </p:txBody>
      </p:sp>
      <p:sp>
        <p:nvSpPr>
          <p:cNvPr id="5" name="عنصر نائب للتذييل 4">
            <a:extLst>
              <a:ext uri="{FF2B5EF4-FFF2-40B4-BE49-F238E27FC236}">
                <a16:creationId xmlns:a16="http://schemas.microsoft.com/office/drawing/2014/main" id="{F066E05F-0C33-DC2E-3E1F-BB10DADF1F3C}"/>
              </a:ext>
            </a:extLst>
          </p:cNvPr>
          <p:cNvSpPr>
            <a:spLocks noGrp="1"/>
          </p:cNvSpPr>
          <p:nvPr>
            <p:ph type="ftr" sz="quarter" idx="11"/>
          </p:nvPr>
        </p:nvSpPr>
        <p:spPr/>
        <p:txBody>
          <a:bodyPr/>
          <a:lstStyle/>
          <a:p>
            <a:endParaRPr lang="ar-EG"/>
          </a:p>
        </p:txBody>
      </p:sp>
      <p:sp>
        <p:nvSpPr>
          <p:cNvPr id="6" name="عنصر نائب لرقم الشريحة 5">
            <a:extLst>
              <a:ext uri="{FF2B5EF4-FFF2-40B4-BE49-F238E27FC236}">
                <a16:creationId xmlns:a16="http://schemas.microsoft.com/office/drawing/2014/main" id="{180F05A0-B759-2C41-00C2-C911599D7A9E}"/>
              </a:ext>
            </a:extLst>
          </p:cNvPr>
          <p:cNvSpPr>
            <a:spLocks noGrp="1"/>
          </p:cNvSpPr>
          <p:nvPr>
            <p:ph type="sldNum" sz="quarter" idx="12"/>
          </p:nvPr>
        </p:nvSpPr>
        <p:spPr/>
        <p:txBody>
          <a:bodyPr/>
          <a:lstStyle/>
          <a:p>
            <a:fld id="{CE042350-52B2-4A86-BE59-61B7CC9CC870}" type="slidenum">
              <a:rPr lang="ar-EG" smtClean="0"/>
              <a:t>‹#›</a:t>
            </a:fld>
            <a:endParaRPr lang="ar-EG"/>
          </a:p>
        </p:txBody>
      </p:sp>
    </p:spTree>
    <p:extLst>
      <p:ext uri="{BB962C8B-B14F-4D97-AF65-F5344CB8AC3E}">
        <p14:creationId xmlns:p14="http://schemas.microsoft.com/office/powerpoint/2010/main" val="2334423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Title 1"/>
          <p:cNvSpPr>
            <a:spLocks noGrp="1"/>
          </p:cNvSpPr>
          <p:nvPr>
            <p:ph type="ctrTitle"/>
          </p:nvPr>
        </p:nvSpPr>
        <p:spPr>
          <a:xfrm>
            <a:off x="809982" y="1767462"/>
            <a:ext cx="9179799" cy="3759917"/>
          </a:xfrm>
        </p:spPr>
        <p:txBody>
          <a:bodyPr anchor="ctr"/>
          <a:lstStyle>
            <a:lvl1pPr algn="ctr">
              <a:defRPr sz="7087"/>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1349971" y="5672376"/>
            <a:ext cx="8099822" cy="2607442"/>
          </a:xfrm>
        </p:spPr>
        <p:txBody>
          <a:bodyPr anchor="ctr"/>
          <a:lstStyle>
            <a:lvl1pPr marL="0" indent="0" algn="ctr">
              <a:buNone/>
              <a:defRPr sz="2835"/>
            </a:lvl1pPr>
            <a:lvl2pPr marL="539999" indent="0" algn="ctr">
              <a:buNone/>
              <a:defRPr sz="2362"/>
            </a:lvl2pPr>
            <a:lvl3pPr marL="1079998" indent="0" algn="ctr">
              <a:buNone/>
              <a:defRPr sz="2126"/>
            </a:lvl3pPr>
            <a:lvl4pPr marL="1619997" indent="0" algn="ctr">
              <a:buNone/>
              <a:defRPr sz="1890"/>
            </a:lvl4pPr>
            <a:lvl5pPr marL="2159996" indent="0" algn="ctr">
              <a:buNone/>
              <a:defRPr sz="1890"/>
            </a:lvl5pPr>
            <a:lvl6pPr marL="2699995" indent="0" algn="ctr">
              <a:buNone/>
              <a:defRPr sz="1890"/>
            </a:lvl6pPr>
            <a:lvl7pPr marL="3239994" indent="0" algn="ctr">
              <a:buNone/>
              <a:defRPr sz="1890"/>
            </a:lvl7pPr>
            <a:lvl8pPr marL="3779992" indent="0" algn="ctr">
              <a:buNone/>
              <a:defRPr sz="1890"/>
            </a:lvl8pPr>
            <a:lvl9pPr marL="4319991" indent="0" algn="ctr">
              <a:buNone/>
              <a:defRPr sz="189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p:txBody>
          <a:bodyPr/>
          <a:lstStyle/>
          <a:p>
            <a:fld id="{D98DD482-F514-49AA-823F-7F3E9E40D4C2}" type="datetimeFigureOut">
              <a:rPr lang="ar-EG" smtClean="0"/>
              <a:t>21/11/1445</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419FA741-9545-4D36-93E0-2A32E1AE17C9}" type="slidenum">
              <a:rPr lang="ar-EG" smtClean="0"/>
              <a:t>‹#›</a:t>
            </a:fld>
            <a:endParaRPr lang="ar-EG"/>
          </a:p>
        </p:txBody>
      </p:sp>
    </p:spTree>
    <p:extLst>
      <p:ext uri="{BB962C8B-B14F-4D97-AF65-F5344CB8AC3E}">
        <p14:creationId xmlns:p14="http://schemas.microsoft.com/office/powerpoint/2010/main" val="1620133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nchor="ct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D98DD482-F514-49AA-823F-7F3E9E40D4C2}" type="datetimeFigureOut">
              <a:rPr lang="ar-EG" smtClean="0"/>
              <a:t>21/11/1445</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419FA741-9545-4D36-93E0-2A32E1AE17C9}" type="slidenum">
              <a:rPr lang="ar-EG" smtClean="0"/>
              <a:t>‹#›</a:t>
            </a:fld>
            <a:endParaRPr lang="ar-EG"/>
          </a:p>
        </p:txBody>
      </p:sp>
    </p:spTree>
    <p:extLst>
      <p:ext uri="{BB962C8B-B14F-4D97-AF65-F5344CB8AC3E}">
        <p14:creationId xmlns:p14="http://schemas.microsoft.com/office/powerpoint/2010/main" val="9190314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Title 1"/>
          <p:cNvSpPr>
            <a:spLocks noGrp="1"/>
          </p:cNvSpPr>
          <p:nvPr>
            <p:ph type="title"/>
          </p:nvPr>
        </p:nvSpPr>
        <p:spPr>
          <a:xfrm>
            <a:off x="736859" y="2692444"/>
            <a:ext cx="9314796" cy="4492401"/>
          </a:xfrm>
        </p:spPr>
        <p:txBody>
          <a:bodyPr anchor="ctr"/>
          <a:lstStyle>
            <a:lvl1pPr algn="ctr">
              <a:lnSpc>
                <a:spcPct val="150000"/>
              </a:lnSpc>
              <a:defRPr sz="7087" b="0" cap="none" spc="0">
                <a:ln w="0"/>
                <a:solidFill>
                  <a:schemeClr val="tx1"/>
                </a:solidFill>
                <a:effectLst>
                  <a:outerShdw blurRad="38100" dist="19050" dir="2700000" algn="tl" rotWithShape="0">
                    <a:schemeClr val="dk1">
                      <a:alpha val="40000"/>
                    </a:schemeClr>
                  </a:outerShdw>
                </a:effectLst>
              </a:defRPr>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736859" y="7227345"/>
            <a:ext cx="9314796" cy="2362447"/>
          </a:xfrm>
        </p:spPr>
        <p:txBody>
          <a:bodyPr anchor="ctr"/>
          <a:lstStyle>
            <a:lvl1pPr marL="0" indent="0" algn="ctr">
              <a:lnSpc>
                <a:spcPct val="150000"/>
              </a:lnSpc>
              <a:buNone/>
              <a:defRPr sz="2835" b="0" cap="none" spc="0">
                <a:ln w="0"/>
                <a:solidFill>
                  <a:schemeClr val="tx1"/>
                </a:solidFill>
                <a:effectLst>
                  <a:outerShdw blurRad="38100" dist="19050" dir="2700000" algn="tl" rotWithShape="0">
                    <a:schemeClr val="dk1">
                      <a:alpha val="40000"/>
                    </a:schemeClr>
                  </a:outerShdw>
                </a:effectLst>
              </a:defRPr>
            </a:lvl1pPr>
            <a:lvl2pPr marL="539999" indent="0">
              <a:buNone/>
              <a:defRPr sz="2362">
                <a:solidFill>
                  <a:schemeClr val="tx1">
                    <a:tint val="75000"/>
                  </a:schemeClr>
                </a:solidFill>
              </a:defRPr>
            </a:lvl2pPr>
            <a:lvl3pPr marL="1079998" indent="0">
              <a:buNone/>
              <a:defRPr sz="2126">
                <a:solidFill>
                  <a:schemeClr val="tx1">
                    <a:tint val="75000"/>
                  </a:schemeClr>
                </a:solidFill>
              </a:defRPr>
            </a:lvl3pPr>
            <a:lvl4pPr marL="1619997" indent="0">
              <a:buNone/>
              <a:defRPr sz="1890">
                <a:solidFill>
                  <a:schemeClr val="tx1">
                    <a:tint val="75000"/>
                  </a:schemeClr>
                </a:solidFill>
              </a:defRPr>
            </a:lvl4pPr>
            <a:lvl5pPr marL="2159996" indent="0">
              <a:buNone/>
              <a:defRPr sz="1890">
                <a:solidFill>
                  <a:schemeClr val="tx1">
                    <a:tint val="75000"/>
                  </a:schemeClr>
                </a:solidFill>
              </a:defRPr>
            </a:lvl5pPr>
            <a:lvl6pPr marL="2699995" indent="0">
              <a:buNone/>
              <a:defRPr sz="1890">
                <a:solidFill>
                  <a:schemeClr val="tx1">
                    <a:tint val="75000"/>
                  </a:schemeClr>
                </a:solidFill>
              </a:defRPr>
            </a:lvl6pPr>
            <a:lvl7pPr marL="3239994" indent="0">
              <a:buNone/>
              <a:defRPr sz="1890">
                <a:solidFill>
                  <a:schemeClr val="tx1">
                    <a:tint val="75000"/>
                  </a:schemeClr>
                </a:solidFill>
              </a:defRPr>
            </a:lvl7pPr>
            <a:lvl8pPr marL="3779992" indent="0">
              <a:buNone/>
              <a:defRPr sz="1890">
                <a:solidFill>
                  <a:schemeClr val="tx1">
                    <a:tint val="75000"/>
                  </a:schemeClr>
                </a:solidFill>
              </a:defRPr>
            </a:lvl8pPr>
            <a:lvl9pPr marL="4319991" indent="0">
              <a:buNone/>
              <a:defRPr sz="189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D98DD482-F514-49AA-823F-7F3E9E40D4C2}" type="datetimeFigureOut">
              <a:rPr lang="ar-EG" smtClean="0"/>
              <a:t>21/11/1445</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419FA741-9545-4D36-93E0-2A32E1AE17C9}" type="slidenum">
              <a:rPr lang="ar-EG" smtClean="0"/>
              <a:t>‹#›</a:t>
            </a:fld>
            <a:endParaRPr lang="ar-EG"/>
          </a:p>
        </p:txBody>
      </p:sp>
    </p:spTree>
    <p:extLst>
      <p:ext uri="{BB962C8B-B14F-4D97-AF65-F5344CB8AC3E}">
        <p14:creationId xmlns:p14="http://schemas.microsoft.com/office/powerpoint/2010/main" val="2506122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0" cap="none" spc="0">
                <a:ln w="0"/>
                <a:solidFill>
                  <a:schemeClr val="tx1"/>
                </a:solidFill>
                <a:effectLst>
                  <a:outerShdw blurRad="38100" dist="19050" dir="2700000" algn="tl" rotWithShape="0">
                    <a:schemeClr val="dk1">
                      <a:alpha val="40000"/>
                    </a:schemeClr>
                  </a:outerShdw>
                </a:effectLst>
              </a:defRPr>
            </a:lvl1p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742484" y="2874937"/>
            <a:ext cx="4589899" cy="6852350"/>
          </a:xfrm>
        </p:spPr>
        <p:txBody>
          <a:bodyPr anchor="ctr"/>
          <a:lstStyle>
            <a:lvl1pPr>
              <a:defRPr b="0" cap="none" spc="0">
                <a:ln w="0"/>
                <a:solidFill>
                  <a:schemeClr val="tx1"/>
                </a:solidFill>
                <a:effectLst>
                  <a:outerShdw blurRad="38100" dist="19050" dir="2700000" algn="tl" rotWithShape="0">
                    <a:schemeClr val="dk1">
                      <a:alpha val="40000"/>
                    </a:schemeClr>
                  </a:outerShdw>
                </a:effectLst>
              </a:defRPr>
            </a:lvl1pPr>
            <a:lvl2pPr>
              <a:defRPr b="0" cap="none" spc="0">
                <a:ln w="0"/>
                <a:solidFill>
                  <a:schemeClr val="tx1"/>
                </a:solidFill>
                <a:effectLst>
                  <a:outerShdw blurRad="38100" dist="19050" dir="2700000" algn="tl" rotWithShape="0">
                    <a:schemeClr val="dk1">
                      <a:alpha val="40000"/>
                    </a:schemeClr>
                  </a:outerShdw>
                </a:effectLst>
              </a:defRPr>
            </a:lvl2pPr>
            <a:lvl3pPr>
              <a:defRPr b="0" cap="none" spc="0">
                <a:ln w="0"/>
                <a:solidFill>
                  <a:schemeClr val="tx1"/>
                </a:solidFill>
                <a:effectLst>
                  <a:outerShdw blurRad="38100" dist="19050" dir="2700000" algn="tl" rotWithShape="0">
                    <a:schemeClr val="dk1">
                      <a:alpha val="40000"/>
                    </a:schemeClr>
                  </a:outerShdw>
                </a:effectLst>
              </a:defRPr>
            </a:lvl3pPr>
            <a:lvl4pPr>
              <a:defRPr b="0" cap="none" spc="0">
                <a:ln w="0"/>
                <a:solidFill>
                  <a:schemeClr val="tx1"/>
                </a:solidFill>
                <a:effectLst>
                  <a:outerShdw blurRad="38100" dist="19050" dir="2700000" algn="tl" rotWithShape="0">
                    <a:schemeClr val="dk1">
                      <a:alpha val="40000"/>
                    </a:schemeClr>
                  </a:outerShdw>
                </a:effectLst>
              </a:defRPr>
            </a:lvl4pPr>
            <a:lvl5pPr>
              <a:defRPr b="0" cap="none" spc="0">
                <a:ln w="0"/>
                <a:solidFill>
                  <a:schemeClr val="tx1"/>
                </a:solidFill>
                <a:effectLst>
                  <a:outerShdw blurRad="38100" dist="19050" dir="2700000" algn="tl" rotWithShape="0">
                    <a:schemeClr val="dk1">
                      <a:alpha val="40000"/>
                    </a:schemeClr>
                  </a:outerShdw>
                </a:effectLst>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5467380" y="2874937"/>
            <a:ext cx="4589899" cy="6852350"/>
          </a:xfrm>
        </p:spPr>
        <p:txBody>
          <a:bodyPr anchor="ctr"/>
          <a:lstStyle>
            <a:lvl1pPr>
              <a:defRPr b="0" cap="none" spc="0">
                <a:ln w="0"/>
                <a:solidFill>
                  <a:schemeClr val="tx1"/>
                </a:solidFill>
                <a:effectLst>
                  <a:outerShdw blurRad="38100" dist="19050" dir="2700000" algn="tl" rotWithShape="0">
                    <a:schemeClr val="dk1">
                      <a:alpha val="40000"/>
                    </a:schemeClr>
                  </a:outerShdw>
                </a:effectLst>
              </a:defRPr>
            </a:lvl1pPr>
            <a:lvl2pPr>
              <a:defRPr b="0" cap="none" spc="0">
                <a:ln w="0"/>
                <a:solidFill>
                  <a:schemeClr val="tx1"/>
                </a:solidFill>
                <a:effectLst>
                  <a:outerShdw blurRad="38100" dist="19050" dir="2700000" algn="tl" rotWithShape="0">
                    <a:schemeClr val="dk1">
                      <a:alpha val="40000"/>
                    </a:schemeClr>
                  </a:outerShdw>
                </a:effectLst>
              </a:defRPr>
            </a:lvl2pPr>
            <a:lvl3pPr>
              <a:defRPr b="0" cap="none" spc="0">
                <a:ln w="0"/>
                <a:solidFill>
                  <a:schemeClr val="tx1"/>
                </a:solidFill>
                <a:effectLst>
                  <a:outerShdw blurRad="38100" dist="19050" dir="2700000" algn="tl" rotWithShape="0">
                    <a:schemeClr val="dk1">
                      <a:alpha val="40000"/>
                    </a:schemeClr>
                  </a:outerShdw>
                </a:effectLst>
              </a:defRPr>
            </a:lvl3pPr>
            <a:lvl4pPr>
              <a:defRPr b="0" cap="none" spc="0">
                <a:ln w="0"/>
                <a:solidFill>
                  <a:schemeClr val="tx1"/>
                </a:solidFill>
                <a:effectLst>
                  <a:outerShdw blurRad="38100" dist="19050" dir="2700000" algn="tl" rotWithShape="0">
                    <a:schemeClr val="dk1">
                      <a:alpha val="40000"/>
                    </a:schemeClr>
                  </a:outerShdw>
                </a:effectLst>
              </a:defRPr>
            </a:lvl4pPr>
            <a:lvl5pPr>
              <a:defRPr b="0" cap="none" spc="0">
                <a:ln w="0"/>
                <a:solidFill>
                  <a:schemeClr val="tx1"/>
                </a:solidFill>
                <a:effectLst>
                  <a:outerShdw blurRad="38100" dist="19050" dir="2700000" algn="tl" rotWithShape="0">
                    <a:schemeClr val="dk1">
                      <a:alpha val="40000"/>
                    </a:schemeClr>
                  </a:outerShdw>
                </a:effectLst>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D98DD482-F514-49AA-823F-7F3E9E40D4C2}" type="datetimeFigureOut">
              <a:rPr lang="ar-EG" smtClean="0"/>
              <a:t>21/11/1445</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419FA741-9545-4D36-93E0-2A32E1AE17C9}" type="slidenum">
              <a:rPr lang="ar-EG" smtClean="0"/>
              <a:t>‹#›</a:t>
            </a:fld>
            <a:endParaRPr lang="ar-EG"/>
          </a:p>
        </p:txBody>
      </p:sp>
    </p:spTree>
    <p:extLst>
      <p:ext uri="{BB962C8B-B14F-4D97-AF65-F5344CB8AC3E}">
        <p14:creationId xmlns:p14="http://schemas.microsoft.com/office/powerpoint/2010/main" val="245606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a:xfrm>
            <a:off x="743890" y="574990"/>
            <a:ext cx="9314796" cy="2087455"/>
          </a:xfrm>
        </p:spPr>
        <p:txBody>
          <a:bodyPr/>
          <a:lstStyle>
            <a:lvl1pPr algn="ctr">
              <a:defRPr b="0" cap="none" spc="0">
                <a:ln w="0"/>
                <a:solidFill>
                  <a:schemeClr val="tx1"/>
                </a:solidFill>
                <a:effectLst>
                  <a:outerShdw blurRad="38100" dist="19050" dir="2700000" algn="tl" rotWithShape="0">
                    <a:schemeClr val="dk1">
                      <a:alpha val="40000"/>
                    </a:schemeClr>
                  </a:outerShdw>
                </a:effectLst>
              </a:defRPr>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743892" y="2647443"/>
            <a:ext cx="4568805" cy="1297471"/>
          </a:xfrm>
        </p:spPr>
        <p:txBody>
          <a:bodyPr anchor="ctr"/>
          <a:lstStyle>
            <a:lvl1pPr marL="0" indent="0" algn="ctr">
              <a:buNone/>
              <a:defRPr sz="2835" b="0" cap="none" spc="0">
                <a:ln w="0"/>
                <a:solidFill>
                  <a:schemeClr val="tx1"/>
                </a:solidFill>
                <a:effectLst>
                  <a:outerShdw blurRad="38100" dist="19050" dir="2700000" algn="tl" rotWithShape="0">
                    <a:schemeClr val="dk1">
                      <a:alpha val="40000"/>
                    </a:schemeClr>
                  </a:outerShdw>
                </a:effectLst>
              </a:defRPr>
            </a:lvl1pPr>
            <a:lvl2pPr marL="539999" indent="0">
              <a:buNone/>
              <a:defRPr sz="2362" b="1"/>
            </a:lvl2pPr>
            <a:lvl3pPr marL="1079998" indent="0">
              <a:buNone/>
              <a:defRPr sz="2126" b="1"/>
            </a:lvl3pPr>
            <a:lvl4pPr marL="1619997" indent="0">
              <a:buNone/>
              <a:defRPr sz="1890" b="1"/>
            </a:lvl4pPr>
            <a:lvl5pPr marL="2159996" indent="0">
              <a:buNone/>
              <a:defRPr sz="1890" b="1"/>
            </a:lvl5pPr>
            <a:lvl6pPr marL="2699995" indent="0">
              <a:buNone/>
              <a:defRPr sz="1890" b="1"/>
            </a:lvl6pPr>
            <a:lvl7pPr marL="3239994" indent="0">
              <a:buNone/>
              <a:defRPr sz="1890" b="1"/>
            </a:lvl7pPr>
            <a:lvl8pPr marL="3779992" indent="0">
              <a:buNone/>
              <a:defRPr sz="1890" b="1"/>
            </a:lvl8pPr>
            <a:lvl9pPr marL="4319991" indent="0">
              <a:buNone/>
              <a:defRPr sz="1890" b="1"/>
            </a:lvl9pPr>
          </a:lstStyle>
          <a:p>
            <a:pPr lvl="0"/>
            <a:r>
              <a:rPr lang="ar-SA"/>
              <a:t>انقر لتحرير أنماط نص الشكل الرئيسي</a:t>
            </a:r>
          </a:p>
        </p:txBody>
      </p:sp>
      <p:sp>
        <p:nvSpPr>
          <p:cNvPr id="4" name="Content Placeholder 3"/>
          <p:cNvSpPr>
            <a:spLocks noGrp="1"/>
          </p:cNvSpPr>
          <p:nvPr>
            <p:ph sz="half" idx="2"/>
          </p:nvPr>
        </p:nvSpPr>
        <p:spPr>
          <a:xfrm>
            <a:off x="743892" y="3944914"/>
            <a:ext cx="4568805" cy="5802373"/>
          </a:xfrm>
        </p:spPr>
        <p:txBody>
          <a:bodyPr anchor="ctr"/>
          <a:lstStyle>
            <a:lvl1pPr>
              <a:defRPr b="0" cap="none" spc="0">
                <a:ln w="0"/>
                <a:solidFill>
                  <a:schemeClr val="tx1"/>
                </a:solidFill>
                <a:effectLst>
                  <a:outerShdw blurRad="38100" dist="19050" dir="2700000" algn="tl" rotWithShape="0">
                    <a:schemeClr val="dk1">
                      <a:alpha val="40000"/>
                    </a:schemeClr>
                  </a:outerShdw>
                </a:effectLst>
              </a:defRPr>
            </a:lvl1pPr>
            <a:lvl2pPr>
              <a:defRPr b="0" cap="none" spc="0">
                <a:ln w="0"/>
                <a:solidFill>
                  <a:schemeClr val="tx1"/>
                </a:solidFill>
                <a:effectLst>
                  <a:outerShdw blurRad="38100" dist="19050" dir="2700000" algn="tl" rotWithShape="0">
                    <a:schemeClr val="dk1">
                      <a:alpha val="40000"/>
                    </a:schemeClr>
                  </a:outerShdw>
                </a:effectLst>
              </a:defRPr>
            </a:lvl2pPr>
            <a:lvl3pPr>
              <a:defRPr b="0" cap="none" spc="0">
                <a:ln w="0"/>
                <a:solidFill>
                  <a:schemeClr val="tx1"/>
                </a:solidFill>
                <a:effectLst>
                  <a:outerShdw blurRad="38100" dist="19050" dir="2700000" algn="tl" rotWithShape="0">
                    <a:schemeClr val="dk1">
                      <a:alpha val="40000"/>
                    </a:schemeClr>
                  </a:outerShdw>
                </a:effectLst>
              </a:defRPr>
            </a:lvl3pPr>
            <a:lvl4pPr>
              <a:defRPr b="0" cap="none" spc="0">
                <a:ln w="0"/>
                <a:solidFill>
                  <a:schemeClr val="tx1"/>
                </a:solidFill>
                <a:effectLst>
                  <a:outerShdw blurRad="38100" dist="19050" dir="2700000" algn="tl" rotWithShape="0">
                    <a:schemeClr val="dk1">
                      <a:alpha val="40000"/>
                    </a:schemeClr>
                  </a:outerShdw>
                </a:effectLst>
              </a:defRPr>
            </a:lvl4pPr>
            <a:lvl5pPr>
              <a:defRPr b="0" cap="none" spc="0">
                <a:ln w="0"/>
                <a:solidFill>
                  <a:schemeClr val="tx1"/>
                </a:solidFill>
                <a:effectLst>
                  <a:outerShdw blurRad="38100" dist="19050" dir="2700000" algn="tl" rotWithShape="0">
                    <a:schemeClr val="dk1">
                      <a:alpha val="40000"/>
                    </a:schemeClr>
                  </a:outerShdw>
                </a:effectLst>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5467381" y="2647443"/>
            <a:ext cx="4591306" cy="1297471"/>
          </a:xfrm>
        </p:spPr>
        <p:txBody>
          <a:bodyPr anchor="ctr"/>
          <a:lstStyle>
            <a:lvl1pPr marL="0" indent="0" algn="ctr">
              <a:buNone/>
              <a:defRPr sz="2835" b="0" cap="none" spc="0">
                <a:ln w="0"/>
                <a:solidFill>
                  <a:schemeClr val="tx1"/>
                </a:solidFill>
                <a:effectLst>
                  <a:outerShdw blurRad="38100" dist="19050" dir="2700000" algn="tl" rotWithShape="0">
                    <a:schemeClr val="dk1">
                      <a:alpha val="40000"/>
                    </a:schemeClr>
                  </a:outerShdw>
                </a:effectLst>
              </a:defRPr>
            </a:lvl1pPr>
            <a:lvl2pPr marL="539999" indent="0">
              <a:buNone/>
              <a:defRPr sz="2362" b="1"/>
            </a:lvl2pPr>
            <a:lvl3pPr marL="1079998" indent="0">
              <a:buNone/>
              <a:defRPr sz="2126" b="1"/>
            </a:lvl3pPr>
            <a:lvl4pPr marL="1619997" indent="0">
              <a:buNone/>
              <a:defRPr sz="1890" b="1"/>
            </a:lvl4pPr>
            <a:lvl5pPr marL="2159996" indent="0">
              <a:buNone/>
              <a:defRPr sz="1890" b="1"/>
            </a:lvl5pPr>
            <a:lvl6pPr marL="2699995" indent="0">
              <a:buNone/>
              <a:defRPr sz="1890" b="1"/>
            </a:lvl6pPr>
            <a:lvl7pPr marL="3239994" indent="0">
              <a:buNone/>
              <a:defRPr sz="1890" b="1"/>
            </a:lvl7pPr>
            <a:lvl8pPr marL="3779992" indent="0">
              <a:buNone/>
              <a:defRPr sz="1890" b="1"/>
            </a:lvl8pPr>
            <a:lvl9pPr marL="4319991" indent="0">
              <a:buNone/>
              <a:defRPr sz="1890" b="1"/>
            </a:lvl9pPr>
          </a:lstStyle>
          <a:p>
            <a:pPr lvl="0"/>
            <a:r>
              <a:rPr lang="ar-SA"/>
              <a:t>انقر لتحرير أنماط نص الشكل الرئيسي</a:t>
            </a:r>
          </a:p>
        </p:txBody>
      </p:sp>
      <p:sp>
        <p:nvSpPr>
          <p:cNvPr id="6" name="Content Placeholder 5"/>
          <p:cNvSpPr>
            <a:spLocks noGrp="1"/>
          </p:cNvSpPr>
          <p:nvPr>
            <p:ph sz="quarter" idx="4"/>
          </p:nvPr>
        </p:nvSpPr>
        <p:spPr>
          <a:xfrm>
            <a:off x="5467381" y="3944914"/>
            <a:ext cx="4591306" cy="5802373"/>
          </a:xfrm>
        </p:spPr>
        <p:txBody>
          <a:bodyPr anchor="ctr"/>
          <a:lstStyle>
            <a:lvl1pPr>
              <a:defRPr b="0" cap="none" spc="0">
                <a:ln w="0"/>
                <a:solidFill>
                  <a:schemeClr val="tx1"/>
                </a:solidFill>
                <a:effectLst>
                  <a:outerShdw blurRad="38100" dist="19050" dir="2700000" algn="tl" rotWithShape="0">
                    <a:schemeClr val="dk1">
                      <a:alpha val="40000"/>
                    </a:schemeClr>
                  </a:outerShdw>
                </a:effectLst>
              </a:defRPr>
            </a:lvl1pPr>
            <a:lvl2pPr>
              <a:defRPr b="0" cap="none" spc="0">
                <a:ln w="0"/>
                <a:solidFill>
                  <a:schemeClr val="tx1"/>
                </a:solidFill>
                <a:effectLst>
                  <a:outerShdw blurRad="38100" dist="19050" dir="2700000" algn="tl" rotWithShape="0">
                    <a:schemeClr val="dk1">
                      <a:alpha val="40000"/>
                    </a:schemeClr>
                  </a:outerShdw>
                </a:effectLst>
              </a:defRPr>
            </a:lvl2pPr>
            <a:lvl3pPr>
              <a:defRPr b="0" cap="none" spc="0">
                <a:ln w="0"/>
                <a:solidFill>
                  <a:schemeClr val="tx1"/>
                </a:solidFill>
                <a:effectLst>
                  <a:outerShdw blurRad="38100" dist="19050" dir="2700000" algn="tl" rotWithShape="0">
                    <a:schemeClr val="dk1">
                      <a:alpha val="40000"/>
                    </a:schemeClr>
                  </a:outerShdw>
                </a:effectLst>
              </a:defRPr>
            </a:lvl3pPr>
            <a:lvl4pPr>
              <a:defRPr b="0" cap="none" spc="0">
                <a:ln w="0"/>
                <a:solidFill>
                  <a:schemeClr val="tx1"/>
                </a:solidFill>
                <a:effectLst>
                  <a:outerShdw blurRad="38100" dist="19050" dir="2700000" algn="tl" rotWithShape="0">
                    <a:schemeClr val="dk1">
                      <a:alpha val="40000"/>
                    </a:schemeClr>
                  </a:outerShdw>
                </a:effectLst>
              </a:defRPr>
            </a:lvl4pPr>
            <a:lvl5pPr>
              <a:defRPr b="0" cap="none" spc="0">
                <a:ln w="0"/>
                <a:solidFill>
                  <a:schemeClr val="tx1"/>
                </a:solidFill>
                <a:effectLst>
                  <a:outerShdw blurRad="38100" dist="19050" dir="2700000" algn="tl" rotWithShape="0">
                    <a:schemeClr val="dk1">
                      <a:alpha val="40000"/>
                    </a:schemeClr>
                  </a:outerShdw>
                </a:effectLst>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D98DD482-F514-49AA-823F-7F3E9E40D4C2}" type="datetimeFigureOut">
              <a:rPr lang="ar-EG" smtClean="0"/>
              <a:pPr/>
              <a:t>21/11/1445</a:t>
            </a:fld>
            <a:endParaRPr lang="ar-EG"/>
          </a:p>
        </p:txBody>
      </p:sp>
      <p:sp>
        <p:nvSpPr>
          <p:cNvPr id="8" name="Footer Placeholder 7"/>
          <p:cNvSpPr>
            <a:spLocks noGrp="1"/>
          </p:cNvSpPr>
          <p:nvPr>
            <p:ph type="ftr" sz="quarter" idx="11"/>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endParaRPr lang="ar-EG"/>
          </a:p>
        </p:txBody>
      </p:sp>
      <p:sp>
        <p:nvSpPr>
          <p:cNvPr id="9" name="Slide Number Placeholder 8"/>
          <p:cNvSpPr>
            <a:spLocks noGrp="1"/>
          </p:cNvSpPr>
          <p:nvPr>
            <p:ph type="sldNum" sz="quarter" idx="12"/>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419FA741-9545-4D36-93E0-2A32E1AE17C9}" type="slidenum">
              <a:rPr lang="ar-EG" smtClean="0"/>
              <a:pPr/>
              <a:t>‹#›</a:t>
            </a:fld>
            <a:endParaRPr lang="ar-EG"/>
          </a:p>
        </p:txBody>
      </p:sp>
    </p:spTree>
    <p:extLst>
      <p:ext uri="{BB962C8B-B14F-4D97-AF65-F5344CB8AC3E}">
        <p14:creationId xmlns:p14="http://schemas.microsoft.com/office/powerpoint/2010/main" val="1680426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0" cap="none" spc="0">
                <a:ln w="0"/>
                <a:solidFill>
                  <a:schemeClr val="tx1"/>
                </a:solidFill>
                <a:effectLst>
                  <a:outerShdw blurRad="38100" dist="19050" dir="2700000" algn="tl" rotWithShape="0">
                    <a:schemeClr val="dk1">
                      <a:alpha val="40000"/>
                    </a:schemeClr>
                  </a:outerShdw>
                </a:effectLst>
              </a:defRPr>
            </a:lvl1p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D98DD482-F514-49AA-823F-7F3E9E40D4C2}" type="datetimeFigureOut">
              <a:rPr lang="ar-EG" smtClean="0"/>
              <a:t>21/11/1445</a:t>
            </a:fld>
            <a:endParaRPr lang="ar-EG"/>
          </a:p>
        </p:txBody>
      </p:sp>
      <p:sp>
        <p:nvSpPr>
          <p:cNvPr id="4" name="Footer Placeholder 3"/>
          <p:cNvSpPr>
            <a:spLocks noGrp="1"/>
          </p:cNvSpPr>
          <p:nvPr>
            <p:ph type="ftr" sz="quarter" idx="11"/>
          </p:nvPr>
        </p:nvSpPr>
        <p:spPr/>
        <p:txBody>
          <a:bodyPr/>
          <a:lstStyle/>
          <a:p>
            <a:endParaRPr lang="ar-EG"/>
          </a:p>
        </p:txBody>
      </p:sp>
      <p:sp>
        <p:nvSpPr>
          <p:cNvPr id="5" name="Slide Number Placeholder 4"/>
          <p:cNvSpPr>
            <a:spLocks noGrp="1"/>
          </p:cNvSpPr>
          <p:nvPr>
            <p:ph type="sldNum" sz="quarter" idx="12"/>
          </p:nvPr>
        </p:nvSpPr>
        <p:spPr/>
        <p:txBody>
          <a:bodyPr/>
          <a:lstStyle/>
          <a:p>
            <a:fld id="{419FA741-9545-4D36-93E0-2A32E1AE17C9}" type="slidenum">
              <a:rPr lang="ar-EG" smtClean="0"/>
              <a:t>‹#›</a:t>
            </a:fld>
            <a:endParaRPr lang="ar-EG"/>
          </a:p>
        </p:txBody>
      </p:sp>
    </p:spTree>
    <p:extLst>
      <p:ext uri="{BB962C8B-B14F-4D97-AF65-F5344CB8AC3E}">
        <p14:creationId xmlns:p14="http://schemas.microsoft.com/office/powerpoint/2010/main" val="5138826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8DD482-F514-49AA-823F-7F3E9E40D4C2}" type="datetimeFigureOut">
              <a:rPr lang="ar-EG" smtClean="0"/>
              <a:t>21/11/1445</a:t>
            </a:fld>
            <a:endParaRPr lang="ar-EG"/>
          </a:p>
        </p:txBody>
      </p:sp>
      <p:sp>
        <p:nvSpPr>
          <p:cNvPr id="3" name="Footer Placeholder 2"/>
          <p:cNvSpPr>
            <a:spLocks noGrp="1"/>
          </p:cNvSpPr>
          <p:nvPr>
            <p:ph type="ftr" sz="quarter" idx="11"/>
          </p:nvPr>
        </p:nvSpPr>
        <p:spPr/>
        <p:txBody>
          <a:bodyPr/>
          <a:lstStyle/>
          <a:p>
            <a:endParaRPr lang="ar-EG"/>
          </a:p>
        </p:txBody>
      </p:sp>
      <p:sp>
        <p:nvSpPr>
          <p:cNvPr id="4" name="Slide Number Placeholder 3"/>
          <p:cNvSpPr>
            <a:spLocks noGrp="1"/>
          </p:cNvSpPr>
          <p:nvPr>
            <p:ph type="sldNum" sz="quarter" idx="12"/>
          </p:nvPr>
        </p:nvSpPr>
        <p:spPr/>
        <p:txBody>
          <a:bodyPr/>
          <a:lstStyle/>
          <a:p>
            <a:fld id="{419FA741-9545-4D36-93E0-2A32E1AE17C9}" type="slidenum">
              <a:rPr lang="ar-EG" smtClean="0"/>
              <a:t>‹#›</a:t>
            </a:fld>
            <a:endParaRPr lang="ar-EG"/>
          </a:p>
        </p:txBody>
      </p:sp>
    </p:spTree>
    <p:extLst>
      <p:ext uri="{BB962C8B-B14F-4D97-AF65-F5344CB8AC3E}">
        <p14:creationId xmlns:p14="http://schemas.microsoft.com/office/powerpoint/2010/main" val="15638448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743890" y="719984"/>
            <a:ext cx="3483205" cy="2519945"/>
          </a:xfrm>
        </p:spPr>
        <p:txBody>
          <a:bodyPr anchor="ctr"/>
          <a:lstStyle>
            <a:lvl1pPr algn="ctr">
              <a:defRPr sz="3780" b="0" cap="none" spc="0">
                <a:ln w="0"/>
                <a:solidFill>
                  <a:schemeClr val="tx1"/>
                </a:solidFill>
                <a:effectLst>
                  <a:outerShdw blurRad="38100" dist="19050" dir="2700000" algn="tl" rotWithShape="0">
                    <a:schemeClr val="dk1">
                      <a:alpha val="40000"/>
                    </a:schemeClr>
                  </a:outerShdw>
                </a:effectLst>
              </a:defRPr>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4591306" y="1554968"/>
            <a:ext cx="5467380" cy="7674832"/>
          </a:xfrm>
        </p:spPr>
        <p:txBody>
          <a:bodyPr anchor="ctr"/>
          <a:lstStyle>
            <a:lvl1pPr>
              <a:defRPr sz="3780" b="0" cap="none" spc="0">
                <a:ln w="0"/>
                <a:solidFill>
                  <a:schemeClr val="tx1"/>
                </a:solidFill>
                <a:effectLst>
                  <a:outerShdw blurRad="38100" dist="19050" dir="2700000" algn="tl" rotWithShape="0">
                    <a:schemeClr val="dk1">
                      <a:alpha val="40000"/>
                    </a:schemeClr>
                  </a:outerShdw>
                </a:effectLst>
              </a:defRPr>
            </a:lvl1pPr>
            <a:lvl2pPr>
              <a:defRPr sz="3307" b="0" cap="none" spc="0">
                <a:ln w="0"/>
                <a:solidFill>
                  <a:schemeClr val="tx1"/>
                </a:solidFill>
                <a:effectLst>
                  <a:outerShdw blurRad="38100" dist="19050" dir="2700000" algn="tl" rotWithShape="0">
                    <a:schemeClr val="dk1">
                      <a:alpha val="40000"/>
                    </a:schemeClr>
                  </a:outerShdw>
                </a:effectLst>
              </a:defRPr>
            </a:lvl2pPr>
            <a:lvl3pPr>
              <a:defRPr sz="2835" b="0" cap="none" spc="0">
                <a:ln w="0"/>
                <a:solidFill>
                  <a:schemeClr val="tx1"/>
                </a:solidFill>
                <a:effectLst>
                  <a:outerShdw blurRad="38100" dist="19050" dir="2700000" algn="tl" rotWithShape="0">
                    <a:schemeClr val="dk1">
                      <a:alpha val="40000"/>
                    </a:schemeClr>
                  </a:outerShdw>
                </a:effectLst>
              </a:defRPr>
            </a:lvl3pPr>
            <a:lvl4pPr>
              <a:defRPr sz="2362" b="0" cap="none" spc="0">
                <a:ln w="0"/>
                <a:solidFill>
                  <a:schemeClr val="tx1"/>
                </a:solidFill>
                <a:effectLst>
                  <a:outerShdw blurRad="38100" dist="19050" dir="2700000" algn="tl" rotWithShape="0">
                    <a:schemeClr val="dk1">
                      <a:alpha val="40000"/>
                    </a:schemeClr>
                  </a:outerShdw>
                </a:effectLst>
              </a:defRPr>
            </a:lvl4pPr>
            <a:lvl5pPr>
              <a:defRPr sz="2362" b="0" cap="none" spc="0">
                <a:ln w="0"/>
                <a:solidFill>
                  <a:schemeClr val="tx1"/>
                </a:solidFill>
                <a:effectLst>
                  <a:outerShdw blurRad="38100" dist="19050" dir="2700000" algn="tl" rotWithShape="0">
                    <a:schemeClr val="dk1">
                      <a:alpha val="40000"/>
                    </a:schemeClr>
                  </a:outerShdw>
                </a:effectLst>
              </a:defRPr>
            </a:lvl5pPr>
            <a:lvl6pPr>
              <a:defRPr sz="2362"/>
            </a:lvl6pPr>
            <a:lvl7pPr>
              <a:defRPr sz="2362"/>
            </a:lvl7pPr>
            <a:lvl8pPr>
              <a:defRPr sz="2362"/>
            </a:lvl8pPr>
            <a:lvl9pPr>
              <a:defRPr sz="2362"/>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743890" y="3239929"/>
            <a:ext cx="3483205" cy="6002369"/>
          </a:xfrm>
        </p:spPr>
        <p:txBody>
          <a:bodyPr anchor="ctr"/>
          <a:lstStyle>
            <a:lvl1pPr marL="0" indent="0" algn="ctr">
              <a:buNone/>
              <a:defRPr sz="1890" b="0" cap="none" spc="0">
                <a:ln w="0"/>
                <a:solidFill>
                  <a:schemeClr val="tx1"/>
                </a:solidFill>
                <a:effectLst>
                  <a:outerShdw blurRad="38100" dist="19050" dir="2700000" algn="tl" rotWithShape="0">
                    <a:schemeClr val="dk1">
                      <a:alpha val="40000"/>
                    </a:schemeClr>
                  </a:outerShdw>
                </a:effectLst>
              </a:defRPr>
            </a:lvl1pPr>
            <a:lvl2pPr marL="539999" indent="0">
              <a:buNone/>
              <a:defRPr sz="1654"/>
            </a:lvl2pPr>
            <a:lvl3pPr marL="1079998" indent="0">
              <a:buNone/>
              <a:defRPr sz="1417"/>
            </a:lvl3pPr>
            <a:lvl4pPr marL="1619997" indent="0">
              <a:buNone/>
              <a:defRPr sz="1181"/>
            </a:lvl4pPr>
            <a:lvl5pPr marL="2159996" indent="0">
              <a:buNone/>
              <a:defRPr sz="1181"/>
            </a:lvl5pPr>
            <a:lvl6pPr marL="2699995" indent="0">
              <a:buNone/>
              <a:defRPr sz="1181"/>
            </a:lvl6pPr>
            <a:lvl7pPr marL="3239994" indent="0">
              <a:buNone/>
              <a:defRPr sz="1181"/>
            </a:lvl7pPr>
            <a:lvl8pPr marL="3779992" indent="0">
              <a:buNone/>
              <a:defRPr sz="1181"/>
            </a:lvl8pPr>
            <a:lvl9pPr marL="4319991" indent="0">
              <a:buNone/>
              <a:defRPr sz="1181"/>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D98DD482-F514-49AA-823F-7F3E9E40D4C2}" type="datetimeFigureOut">
              <a:rPr lang="ar-EG" smtClean="0"/>
              <a:pPr/>
              <a:t>21/11/1445</a:t>
            </a:fld>
            <a:endParaRPr lang="ar-EG"/>
          </a:p>
        </p:txBody>
      </p:sp>
      <p:sp>
        <p:nvSpPr>
          <p:cNvPr id="6" name="Footer Placeholder 5"/>
          <p:cNvSpPr>
            <a:spLocks noGrp="1"/>
          </p:cNvSpPr>
          <p:nvPr>
            <p:ph type="ftr" sz="quarter" idx="11"/>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endParaRPr lang="ar-EG"/>
          </a:p>
        </p:txBody>
      </p:sp>
      <p:sp>
        <p:nvSpPr>
          <p:cNvPr id="7" name="Slide Number Placeholder 6"/>
          <p:cNvSpPr>
            <a:spLocks noGrp="1"/>
          </p:cNvSpPr>
          <p:nvPr>
            <p:ph type="sldNum" sz="quarter" idx="12"/>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419FA741-9545-4D36-93E0-2A32E1AE17C9}" type="slidenum">
              <a:rPr lang="ar-EG" smtClean="0"/>
              <a:pPr/>
              <a:t>‹#›</a:t>
            </a:fld>
            <a:endParaRPr lang="ar-EG"/>
          </a:p>
        </p:txBody>
      </p:sp>
    </p:spTree>
    <p:extLst>
      <p:ext uri="{BB962C8B-B14F-4D97-AF65-F5344CB8AC3E}">
        <p14:creationId xmlns:p14="http://schemas.microsoft.com/office/powerpoint/2010/main" val="12383926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743890" y="719984"/>
            <a:ext cx="3483205" cy="2519945"/>
          </a:xfrm>
        </p:spPr>
        <p:txBody>
          <a:bodyPr anchor="ctr"/>
          <a:lstStyle>
            <a:lvl1pPr algn="ctr">
              <a:defRPr sz="3780" b="0" cap="none" spc="0">
                <a:ln w="0"/>
                <a:solidFill>
                  <a:schemeClr val="tx1"/>
                </a:solidFill>
                <a:effectLst>
                  <a:outerShdw blurRad="38100" dist="19050" dir="2700000" algn="tl" rotWithShape="0">
                    <a:schemeClr val="dk1">
                      <a:alpha val="40000"/>
                    </a:schemeClr>
                  </a:outerShdw>
                </a:effectLst>
              </a:defRPr>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4591306" y="1554968"/>
            <a:ext cx="5467380" cy="7674832"/>
          </a:xfrm>
        </p:spPr>
        <p:txBody>
          <a:bodyPr anchor="ctr"/>
          <a:lstStyle>
            <a:lvl1pPr marL="0" indent="0" algn="ctr">
              <a:buNone/>
              <a:defRPr sz="3780" b="0" cap="none" spc="0">
                <a:ln w="0"/>
                <a:solidFill>
                  <a:schemeClr val="tx1"/>
                </a:solidFill>
                <a:effectLst>
                  <a:outerShdw blurRad="38100" dist="19050" dir="2700000" algn="tl" rotWithShape="0">
                    <a:schemeClr val="dk1">
                      <a:alpha val="40000"/>
                    </a:schemeClr>
                  </a:outerShdw>
                </a:effectLst>
              </a:defRPr>
            </a:lvl1pPr>
            <a:lvl2pPr marL="539999" indent="0">
              <a:buNone/>
              <a:defRPr sz="3307"/>
            </a:lvl2pPr>
            <a:lvl3pPr marL="1079998" indent="0">
              <a:buNone/>
              <a:defRPr sz="2835"/>
            </a:lvl3pPr>
            <a:lvl4pPr marL="1619997" indent="0">
              <a:buNone/>
              <a:defRPr sz="2362"/>
            </a:lvl4pPr>
            <a:lvl5pPr marL="2159996" indent="0">
              <a:buNone/>
              <a:defRPr sz="2362"/>
            </a:lvl5pPr>
            <a:lvl6pPr marL="2699995" indent="0">
              <a:buNone/>
              <a:defRPr sz="2362"/>
            </a:lvl6pPr>
            <a:lvl7pPr marL="3239994" indent="0">
              <a:buNone/>
              <a:defRPr sz="2362"/>
            </a:lvl7pPr>
            <a:lvl8pPr marL="3779992" indent="0">
              <a:buNone/>
              <a:defRPr sz="2362"/>
            </a:lvl8pPr>
            <a:lvl9pPr marL="4319991" indent="0">
              <a:buNone/>
              <a:defRPr sz="2362"/>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743890" y="3239929"/>
            <a:ext cx="3483205" cy="6002369"/>
          </a:xfrm>
        </p:spPr>
        <p:txBody>
          <a:bodyPr anchor="ctr"/>
          <a:lstStyle>
            <a:lvl1pPr marL="0" indent="0" algn="ctr">
              <a:buNone/>
              <a:defRPr sz="1890" b="0" cap="none" spc="0">
                <a:ln w="0"/>
                <a:solidFill>
                  <a:schemeClr val="tx1"/>
                </a:solidFill>
                <a:effectLst>
                  <a:outerShdw blurRad="38100" dist="19050" dir="2700000" algn="tl" rotWithShape="0">
                    <a:schemeClr val="dk1">
                      <a:alpha val="40000"/>
                    </a:schemeClr>
                  </a:outerShdw>
                </a:effectLst>
              </a:defRPr>
            </a:lvl1pPr>
            <a:lvl2pPr marL="539999" indent="0">
              <a:buNone/>
              <a:defRPr sz="1654"/>
            </a:lvl2pPr>
            <a:lvl3pPr marL="1079998" indent="0">
              <a:buNone/>
              <a:defRPr sz="1417"/>
            </a:lvl3pPr>
            <a:lvl4pPr marL="1619997" indent="0">
              <a:buNone/>
              <a:defRPr sz="1181"/>
            </a:lvl4pPr>
            <a:lvl5pPr marL="2159996" indent="0">
              <a:buNone/>
              <a:defRPr sz="1181"/>
            </a:lvl5pPr>
            <a:lvl6pPr marL="2699995" indent="0">
              <a:buNone/>
              <a:defRPr sz="1181"/>
            </a:lvl6pPr>
            <a:lvl7pPr marL="3239994" indent="0">
              <a:buNone/>
              <a:defRPr sz="1181"/>
            </a:lvl7pPr>
            <a:lvl8pPr marL="3779992" indent="0">
              <a:buNone/>
              <a:defRPr sz="1181"/>
            </a:lvl8pPr>
            <a:lvl9pPr marL="4319991" indent="0">
              <a:buNone/>
              <a:defRPr sz="1181"/>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D98DD482-F514-49AA-823F-7F3E9E40D4C2}" type="datetimeFigureOut">
              <a:rPr lang="ar-EG" smtClean="0"/>
              <a:pPr/>
              <a:t>21/11/1445</a:t>
            </a:fld>
            <a:endParaRPr lang="ar-EG"/>
          </a:p>
        </p:txBody>
      </p:sp>
      <p:sp>
        <p:nvSpPr>
          <p:cNvPr id="6" name="Footer Placeholder 5"/>
          <p:cNvSpPr>
            <a:spLocks noGrp="1"/>
          </p:cNvSpPr>
          <p:nvPr>
            <p:ph type="ftr" sz="quarter" idx="11"/>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endParaRPr lang="ar-EG"/>
          </a:p>
        </p:txBody>
      </p:sp>
      <p:sp>
        <p:nvSpPr>
          <p:cNvPr id="7" name="Slide Number Placeholder 6"/>
          <p:cNvSpPr>
            <a:spLocks noGrp="1"/>
          </p:cNvSpPr>
          <p:nvPr>
            <p:ph type="sldNum" sz="quarter" idx="12"/>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419FA741-9545-4D36-93E0-2A32E1AE17C9}" type="slidenum">
              <a:rPr lang="ar-EG" smtClean="0"/>
              <a:pPr/>
              <a:t>‹#›</a:t>
            </a:fld>
            <a:endParaRPr lang="ar-EG"/>
          </a:p>
        </p:txBody>
      </p:sp>
    </p:spTree>
    <p:extLst>
      <p:ext uri="{BB962C8B-B14F-4D97-AF65-F5344CB8AC3E}">
        <p14:creationId xmlns:p14="http://schemas.microsoft.com/office/powerpoint/2010/main" val="9393780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0" cap="none" spc="0">
                <a:ln w="0"/>
                <a:solidFill>
                  <a:schemeClr val="tx1"/>
                </a:solidFill>
                <a:effectLst>
                  <a:outerShdw blurRad="38100" dist="19050" dir="2700000" algn="tl" rotWithShape="0">
                    <a:schemeClr val="dk1">
                      <a:alpha val="40000"/>
                    </a:schemeClr>
                  </a:outerShdw>
                </a:effectLst>
              </a:defRPr>
            </a:lvl1p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nchor="ctr"/>
          <a:lstStyle>
            <a:lvl1pPr algn="ctr">
              <a:defRPr b="0" cap="none" spc="0">
                <a:ln w="0"/>
                <a:solidFill>
                  <a:schemeClr val="tx1"/>
                </a:solidFill>
                <a:effectLst>
                  <a:outerShdw blurRad="38100" dist="19050" dir="2700000" algn="tl" rotWithShape="0">
                    <a:schemeClr val="dk1">
                      <a:alpha val="40000"/>
                    </a:schemeClr>
                  </a:outerShdw>
                </a:effectLst>
              </a:defRPr>
            </a:lvl1pPr>
            <a:lvl2pPr algn="ctr">
              <a:defRPr b="0" cap="none" spc="0">
                <a:ln w="0"/>
                <a:solidFill>
                  <a:schemeClr val="tx1"/>
                </a:solidFill>
                <a:effectLst>
                  <a:outerShdw blurRad="38100" dist="19050" dir="2700000" algn="tl" rotWithShape="0">
                    <a:schemeClr val="dk1">
                      <a:alpha val="40000"/>
                    </a:schemeClr>
                  </a:outerShdw>
                </a:effectLst>
              </a:defRPr>
            </a:lvl2pPr>
            <a:lvl3pPr algn="ctr">
              <a:defRPr b="0" cap="none" spc="0">
                <a:ln w="0"/>
                <a:solidFill>
                  <a:schemeClr val="tx1"/>
                </a:solidFill>
                <a:effectLst>
                  <a:outerShdw blurRad="38100" dist="19050" dir="2700000" algn="tl" rotWithShape="0">
                    <a:schemeClr val="dk1">
                      <a:alpha val="40000"/>
                    </a:schemeClr>
                  </a:outerShdw>
                </a:effectLst>
              </a:defRPr>
            </a:lvl3pPr>
            <a:lvl4pPr algn="ctr">
              <a:defRPr b="0" cap="none" spc="0">
                <a:ln w="0"/>
                <a:solidFill>
                  <a:schemeClr val="tx1"/>
                </a:solidFill>
                <a:effectLst>
                  <a:outerShdw blurRad="38100" dist="19050" dir="2700000" algn="tl" rotWithShape="0">
                    <a:schemeClr val="dk1">
                      <a:alpha val="40000"/>
                    </a:schemeClr>
                  </a:outerShdw>
                </a:effectLst>
              </a:defRPr>
            </a:lvl4pPr>
            <a:lvl5pPr algn="ctr">
              <a:defRPr b="0" cap="none" spc="0">
                <a:ln w="0"/>
                <a:solidFill>
                  <a:schemeClr val="tx1"/>
                </a:solidFill>
                <a:effectLst>
                  <a:outerShdw blurRad="38100" dist="19050" dir="2700000" algn="tl" rotWithShape="0">
                    <a:schemeClr val="dk1">
                      <a:alpha val="40000"/>
                    </a:schemeClr>
                  </a:outerShdw>
                </a:effectLst>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D98DD482-F514-49AA-823F-7F3E9E40D4C2}" type="datetimeFigureOut">
              <a:rPr lang="ar-EG" smtClean="0"/>
              <a:pPr/>
              <a:t>21/11/1445</a:t>
            </a:fld>
            <a:endParaRPr lang="ar-EG"/>
          </a:p>
        </p:txBody>
      </p:sp>
      <p:sp>
        <p:nvSpPr>
          <p:cNvPr id="5" name="Footer Placeholder 4"/>
          <p:cNvSpPr>
            <a:spLocks noGrp="1"/>
          </p:cNvSpPr>
          <p:nvPr>
            <p:ph type="ftr" sz="quarter" idx="11"/>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endParaRPr lang="ar-EG"/>
          </a:p>
        </p:txBody>
      </p:sp>
      <p:sp>
        <p:nvSpPr>
          <p:cNvPr id="6" name="Slide Number Placeholder 5"/>
          <p:cNvSpPr>
            <a:spLocks noGrp="1"/>
          </p:cNvSpPr>
          <p:nvPr>
            <p:ph type="sldNum" sz="quarter" idx="12"/>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419FA741-9545-4D36-93E0-2A32E1AE17C9}" type="slidenum">
              <a:rPr lang="ar-EG" smtClean="0"/>
              <a:pPr/>
              <a:t>‹#›</a:t>
            </a:fld>
            <a:endParaRPr lang="ar-EG"/>
          </a:p>
        </p:txBody>
      </p:sp>
    </p:spTree>
    <p:extLst>
      <p:ext uri="{BB962C8B-B14F-4D97-AF65-F5344CB8AC3E}">
        <p14:creationId xmlns:p14="http://schemas.microsoft.com/office/powerpoint/2010/main" val="18346338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28581" y="574987"/>
            <a:ext cx="2328699" cy="9152300"/>
          </a:xfrm>
        </p:spPr>
        <p:txBody>
          <a:bodyPr vert="eaVert"/>
          <a:lstStyle>
            <a:lvl1pPr algn="ctr">
              <a:defRPr b="0" cap="none" spc="0">
                <a:ln w="0"/>
                <a:solidFill>
                  <a:schemeClr val="tx1"/>
                </a:solidFill>
                <a:effectLst>
                  <a:outerShdw blurRad="38100" dist="19050" dir="2700000" algn="tl" rotWithShape="0">
                    <a:schemeClr val="dk1">
                      <a:alpha val="40000"/>
                    </a:schemeClr>
                  </a:outerShdw>
                </a:effectLst>
              </a:defRPr>
            </a:lvl1p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742484" y="574987"/>
            <a:ext cx="6851100" cy="9152300"/>
          </a:xfrm>
        </p:spPr>
        <p:txBody>
          <a:bodyPr vert="eaVert" anchor="ctr"/>
          <a:lstStyle>
            <a:lvl1pPr algn="ctr">
              <a:defRPr b="0" cap="none" spc="0">
                <a:ln w="0"/>
                <a:solidFill>
                  <a:schemeClr val="tx1"/>
                </a:solidFill>
                <a:effectLst>
                  <a:outerShdw blurRad="38100" dist="19050" dir="2700000" algn="tl" rotWithShape="0">
                    <a:schemeClr val="dk1">
                      <a:alpha val="40000"/>
                    </a:schemeClr>
                  </a:outerShdw>
                </a:effectLst>
              </a:defRPr>
            </a:lvl1pPr>
            <a:lvl2pPr algn="ctr">
              <a:defRPr b="0" cap="none" spc="0">
                <a:ln w="0"/>
                <a:solidFill>
                  <a:schemeClr val="tx1"/>
                </a:solidFill>
                <a:effectLst>
                  <a:outerShdw blurRad="38100" dist="19050" dir="2700000" algn="tl" rotWithShape="0">
                    <a:schemeClr val="dk1">
                      <a:alpha val="40000"/>
                    </a:schemeClr>
                  </a:outerShdw>
                </a:effectLst>
              </a:defRPr>
            </a:lvl2pPr>
            <a:lvl3pPr algn="ctr">
              <a:defRPr b="0" cap="none" spc="0">
                <a:ln w="0"/>
                <a:solidFill>
                  <a:schemeClr val="tx1"/>
                </a:solidFill>
                <a:effectLst>
                  <a:outerShdw blurRad="38100" dist="19050" dir="2700000" algn="tl" rotWithShape="0">
                    <a:schemeClr val="dk1">
                      <a:alpha val="40000"/>
                    </a:schemeClr>
                  </a:outerShdw>
                </a:effectLst>
              </a:defRPr>
            </a:lvl3pPr>
            <a:lvl4pPr algn="ctr">
              <a:defRPr b="0" cap="none" spc="0">
                <a:ln w="0"/>
                <a:solidFill>
                  <a:schemeClr val="tx1"/>
                </a:solidFill>
                <a:effectLst>
                  <a:outerShdw blurRad="38100" dist="19050" dir="2700000" algn="tl" rotWithShape="0">
                    <a:schemeClr val="dk1">
                      <a:alpha val="40000"/>
                    </a:schemeClr>
                  </a:outerShdw>
                </a:effectLst>
              </a:defRPr>
            </a:lvl4pPr>
            <a:lvl5pPr algn="ctr">
              <a:defRPr b="0" cap="none" spc="0">
                <a:ln w="0"/>
                <a:solidFill>
                  <a:schemeClr val="tx1"/>
                </a:solidFill>
                <a:effectLst>
                  <a:outerShdw blurRad="38100" dist="19050" dir="2700000" algn="tl" rotWithShape="0">
                    <a:schemeClr val="dk1">
                      <a:alpha val="40000"/>
                    </a:schemeClr>
                  </a:outerShdw>
                </a:effectLst>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D98DD482-F514-49AA-823F-7F3E9E40D4C2}" type="datetimeFigureOut">
              <a:rPr lang="ar-EG" smtClean="0"/>
              <a:pPr/>
              <a:t>21/11/1445</a:t>
            </a:fld>
            <a:endParaRPr lang="ar-EG"/>
          </a:p>
        </p:txBody>
      </p:sp>
      <p:sp>
        <p:nvSpPr>
          <p:cNvPr id="5" name="Footer Placeholder 4"/>
          <p:cNvSpPr>
            <a:spLocks noGrp="1"/>
          </p:cNvSpPr>
          <p:nvPr>
            <p:ph type="ftr" sz="quarter" idx="11"/>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endParaRPr lang="ar-EG"/>
          </a:p>
        </p:txBody>
      </p:sp>
      <p:sp>
        <p:nvSpPr>
          <p:cNvPr id="6" name="Slide Number Placeholder 5"/>
          <p:cNvSpPr>
            <a:spLocks noGrp="1"/>
          </p:cNvSpPr>
          <p:nvPr>
            <p:ph type="sldNum" sz="quarter" idx="12"/>
          </p:nvPr>
        </p:nvSpPr>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419FA741-9545-4D36-93E0-2A32E1AE17C9}" type="slidenum">
              <a:rPr lang="ar-EG" smtClean="0"/>
              <a:pPr/>
              <a:t>‹#›</a:t>
            </a:fld>
            <a:endParaRPr lang="ar-EG"/>
          </a:p>
        </p:txBody>
      </p:sp>
    </p:spTree>
    <p:extLst>
      <p:ext uri="{BB962C8B-B14F-4D97-AF65-F5344CB8AC3E}">
        <p14:creationId xmlns:p14="http://schemas.microsoft.com/office/powerpoint/2010/main" val="989388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alphaModFix amt="80000"/>
            <a:lum/>
          </a:blip>
          <a:srcRect/>
          <a:stretch>
            <a:fillRect l="-39000" r="-39000"/>
          </a:stretch>
        </a:blipFill>
        <a:effectLst/>
      </p:bgPr>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345CFF1A-17DC-AC31-63E6-B53BD583F3E0}"/>
              </a:ext>
            </a:extLst>
          </p:cNvPr>
          <p:cNvSpPr>
            <a:spLocks noGrp="1"/>
          </p:cNvSpPr>
          <p:nvPr>
            <p:ph type="title"/>
          </p:nvPr>
        </p:nvSpPr>
        <p:spPr>
          <a:xfrm>
            <a:off x="742484" y="574994"/>
            <a:ext cx="9314796" cy="2087455"/>
          </a:xfrm>
          <a:prstGeom prst="rect">
            <a:avLst/>
          </a:prstGeom>
        </p:spPr>
        <p:txBody>
          <a:bodyPr vert="horz" lIns="91440" tIns="45720" rIns="91440" bIns="45720" rtlCol="1" anchor="ctr">
            <a:normAutofit/>
          </a:bodyPr>
          <a:lstStyle/>
          <a:p>
            <a:r>
              <a:rPr lang="ar-SA"/>
              <a:t>انقر لتحرير نمط عنوان الشكل الرئيسي</a:t>
            </a:r>
            <a:endParaRPr lang="ar-EG"/>
          </a:p>
        </p:txBody>
      </p:sp>
      <p:sp>
        <p:nvSpPr>
          <p:cNvPr id="3" name="عنصر نائب للنص 2">
            <a:extLst>
              <a:ext uri="{FF2B5EF4-FFF2-40B4-BE49-F238E27FC236}">
                <a16:creationId xmlns:a16="http://schemas.microsoft.com/office/drawing/2014/main" id="{EE962ED1-983F-999F-2C60-241F9D109055}"/>
              </a:ext>
            </a:extLst>
          </p:cNvPr>
          <p:cNvSpPr>
            <a:spLocks noGrp="1"/>
          </p:cNvSpPr>
          <p:nvPr>
            <p:ph type="body" idx="1"/>
          </p:nvPr>
        </p:nvSpPr>
        <p:spPr>
          <a:xfrm>
            <a:off x="742484" y="2874937"/>
            <a:ext cx="9314796" cy="6852350"/>
          </a:xfrm>
          <a:prstGeom prst="rect">
            <a:avLst/>
          </a:prstGeom>
        </p:spPr>
        <p:txBody>
          <a:bodyPr vert="horz" lIns="91440" tIns="45720" rIns="91440" bIns="45720" rtlCol="1" anchor="ctr">
            <a:normAutofit/>
          </a:bodyPr>
          <a:lstStyle/>
          <a:p>
            <a:pPr lvl="0"/>
            <a:r>
              <a:rPr lang="ar-SA" dirty="0"/>
              <a:t>انقر لتحرير أنماط نص الشكل الرئيسي</a:t>
            </a:r>
          </a:p>
        </p:txBody>
      </p:sp>
      <p:sp>
        <p:nvSpPr>
          <p:cNvPr id="4" name="عنصر نائب للتاريخ 3">
            <a:extLst>
              <a:ext uri="{FF2B5EF4-FFF2-40B4-BE49-F238E27FC236}">
                <a16:creationId xmlns:a16="http://schemas.microsoft.com/office/drawing/2014/main" id="{A0F07E90-BCD3-859F-AF15-32166A25CA27}"/>
              </a:ext>
            </a:extLst>
          </p:cNvPr>
          <p:cNvSpPr>
            <a:spLocks noGrp="1"/>
          </p:cNvSpPr>
          <p:nvPr>
            <p:ph type="dt" sz="half" idx="2"/>
          </p:nvPr>
        </p:nvSpPr>
        <p:spPr>
          <a:xfrm>
            <a:off x="7627332" y="10009788"/>
            <a:ext cx="2429947" cy="574987"/>
          </a:xfrm>
          <a:prstGeom prst="rect">
            <a:avLst/>
          </a:prstGeom>
        </p:spPr>
        <p:txBody>
          <a:bodyPr vert="horz" lIns="91440" tIns="45720" rIns="91440" bIns="45720" rtlCol="1" anchor="ctr"/>
          <a:lstStyle>
            <a:lvl1pPr algn="l">
              <a:defRPr sz="1890">
                <a:solidFill>
                  <a:schemeClr val="tx1">
                    <a:tint val="75000"/>
                  </a:schemeClr>
                </a:solidFill>
              </a:defRPr>
            </a:lvl1pPr>
          </a:lstStyle>
          <a:p>
            <a:fld id="{00E6EB41-5758-44FA-8BB9-CEEC98C3FA15}" type="datetimeFigureOut">
              <a:rPr lang="ar-EG" smtClean="0"/>
              <a:t>21/11/1445</a:t>
            </a:fld>
            <a:endParaRPr lang="ar-EG"/>
          </a:p>
        </p:txBody>
      </p:sp>
      <p:sp>
        <p:nvSpPr>
          <p:cNvPr id="5" name="عنصر نائب للتذييل 4">
            <a:extLst>
              <a:ext uri="{FF2B5EF4-FFF2-40B4-BE49-F238E27FC236}">
                <a16:creationId xmlns:a16="http://schemas.microsoft.com/office/drawing/2014/main" id="{1F7279F1-38D8-9F7D-7AA2-A845598E56E2}"/>
              </a:ext>
            </a:extLst>
          </p:cNvPr>
          <p:cNvSpPr>
            <a:spLocks noGrp="1"/>
          </p:cNvSpPr>
          <p:nvPr>
            <p:ph type="ftr" sz="quarter" idx="3"/>
          </p:nvPr>
        </p:nvSpPr>
        <p:spPr>
          <a:xfrm>
            <a:off x="3577422" y="10009788"/>
            <a:ext cx="3644920" cy="574987"/>
          </a:xfrm>
          <a:prstGeom prst="rect">
            <a:avLst/>
          </a:prstGeom>
        </p:spPr>
        <p:txBody>
          <a:bodyPr vert="horz" lIns="91440" tIns="45720" rIns="91440" bIns="45720" rtlCol="1" anchor="ctr"/>
          <a:lstStyle>
            <a:lvl1pPr algn="ctr">
              <a:defRPr sz="1890">
                <a:solidFill>
                  <a:schemeClr val="tx1">
                    <a:tint val="75000"/>
                  </a:schemeClr>
                </a:solidFill>
              </a:defRPr>
            </a:lvl1pPr>
          </a:lstStyle>
          <a:p>
            <a:endParaRPr lang="ar-EG"/>
          </a:p>
        </p:txBody>
      </p:sp>
      <p:sp>
        <p:nvSpPr>
          <p:cNvPr id="6" name="عنصر نائب لرقم الشريحة 5">
            <a:extLst>
              <a:ext uri="{FF2B5EF4-FFF2-40B4-BE49-F238E27FC236}">
                <a16:creationId xmlns:a16="http://schemas.microsoft.com/office/drawing/2014/main" id="{2F9CE3FD-4800-492E-5B0E-1211EB754C64}"/>
              </a:ext>
            </a:extLst>
          </p:cNvPr>
          <p:cNvSpPr>
            <a:spLocks noGrp="1"/>
          </p:cNvSpPr>
          <p:nvPr>
            <p:ph type="sldNum" sz="quarter" idx="4"/>
          </p:nvPr>
        </p:nvSpPr>
        <p:spPr>
          <a:xfrm>
            <a:off x="742484" y="10009788"/>
            <a:ext cx="2429947" cy="574987"/>
          </a:xfrm>
          <a:prstGeom prst="rect">
            <a:avLst/>
          </a:prstGeom>
        </p:spPr>
        <p:txBody>
          <a:bodyPr vert="horz" lIns="91440" tIns="45720" rIns="91440" bIns="45720" rtlCol="1" anchor="ctr"/>
          <a:lstStyle>
            <a:lvl1pPr algn="r">
              <a:defRPr sz="1890">
                <a:solidFill>
                  <a:schemeClr val="tx1">
                    <a:tint val="75000"/>
                  </a:schemeClr>
                </a:solidFill>
              </a:defRPr>
            </a:lvl1pPr>
          </a:lstStyle>
          <a:p>
            <a:fld id="{CE042350-52B2-4A86-BE59-61B7CC9CC870}" type="slidenum">
              <a:rPr lang="ar-EG" smtClean="0"/>
              <a:t>‹#›</a:t>
            </a:fld>
            <a:endParaRPr lang="ar-EG"/>
          </a:p>
        </p:txBody>
      </p:sp>
    </p:spTree>
    <p:extLst>
      <p:ext uri="{BB962C8B-B14F-4D97-AF65-F5344CB8AC3E}">
        <p14:creationId xmlns:p14="http://schemas.microsoft.com/office/powerpoint/2010/main" val="40476137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1439961" rtl="1" eaLnBrk="1" latinLnBrk="0" hangingPunct="1">
        <a:lnSpc>
          <a:spcPct val="150000"/>
        </a:lnSpc>
        <a:spcBef>
          <a:spcPct val="0"/>
        </a:spcBef>
        <a:buNone/>
        <a:defRPr sz="6929" b="0" kern="1200" cap="none" spc="0">
          <a:ln w="0"/>
          <a:solidFill>
            <a:schemeClr val="tx1"/>
          </a:solidFill>
          <a:effectLst>
            <a:outerShdw blurRad="38100" dist="19050" dir="2700000" algn="tl" rotWithShape="0">
              <a:schemeClr val="dk1">
                <a:alpha val="40000"/>
              </a:schemeClr>
            </a:outerShdw>
          </a:effectLst>
          <a:latin typeface="+mj-lt"/>
          <a:ea typeface="+mj-ea"/>
          <a:cs typeface="+mj-cs"/>
        </a:defRPr>
      </a:lvl1pPr>
    </p:titleStyle>
    <p:bodyStyle>
      <a:lvl1pPr marL="0" indent="0" algn="ctr" defTabSz="1439961" rtl="1" eaLnBrk="1" latinLnBrk="0" hangingPunct="1">
        <a:lnSpc>
          <a:spcPct val="150000"/>
        </a:lnSpc>
        <a:spcBef>
          <a:spcPts val="1575"/>
        </a:spcBef>
        <a:buFont typeface="Arial" panose="020B0604020202020204" pitchFamily="34" charset="0"/>
        <a:buNone/>
        <a:defRPr sz="4409" b="0" kern="1200" cap="none" spc="0">
          <a:ln w="0"/>
          <a:solidFill>
            <a:schemeClr val="tx1"/>
          </a:solidFill>
          <a:effectLst>
            <a:outerShdw blurRad="38100" dist="19050" dir="2700000" algn="tl" rotWithShape="0">
              <a:schemeClr val="dk1">
                <a:alpha val="40000"/>
              </a:schemeClr>
            </a:outerShdw>
          </a:effectLst>
          <a:latin typeface="+mn-lt"/>
          <a:ea typeface="+mn-ea"/>
          <a:cs typeface="+mn-cs"/>
        </a:defRPr>
      </a:lvl1pPr>
      <a:lvl2pPr marL="1079971" indent="-359990" algn="r" defTabSz="1439961" rtl="1" eaLnBrk="1" latinLnBrk="0" hangingPunct="1">
        <a:lnSpc>
          <a:spcPct val="90000"/>
        </a:lnSpc>
        <a:spcBef>
          <a:spcPts val="787"/>
        </a:spcBef>
        <a:buFont typeface="Arial" panose="020B0604020202020204" pitchFamily="34" charset="0"/>
        <a:buChar char="•"/>
        <a:defRPr sz="3780" kern="1200">
          <a:solidFill>
            <a:schemeClr val="tx1"/>
          </a:solidFill>
          <a:latin typeface="+mn-lt"/>
          <a:ea typeface="+mn-ea"/>
          <a:cs typeface="+mn-cs"/>
        </a:defRPr>
      </a:lvl2pPr>
      <a:lvl3pPr marL="1799951" indent="-359990" algn="r" defTabSz="1439961" rtl="1" eaLnBrk="1" latinLnBrk="0" hangingPunct="1">
        <a:lnSpc>
          <a:spcPct val="90000"/>
        </a:lnSpc>
        <a:spcBef>
          <a:spcPts val="787"/>
        </a:spcBef>
        <a:buFont typeface="Arial" panose="020B0604020202020204" pitchFamily="34" charset="0"/>
        <a:buChar char="•"/>
        <a:defRPr sz="3150" kern="1200">
          <a:solidFill>
            <a:schemeClr val="tx1"/>
          </a:solidFill>
          <a:latin typeface="+mn-lt"/>
          <a:ea typeface="+mn-ea"/>
          <a:cs typeface="+mn-cs"/>
        </a:defRPr>
      </a:lvl3pPr>
      <a:lvl4pPr marL="2519932" indent="-359990" algn="r" defTabSz="1439961" rtl="1" eaLnBrk="1" latinLnBrk="0" hangingPunct="1">
        <a:lnSpc>
          <a:spcPct val="90000"/>
        </a:lnSpc>
        <a:spcBef>
          <a:spcPts val="787"/>
        </a:spcBef>
        <a:buFont typeface="Arial" panose="020B0604020202020204" pitchFamily="34" charset="0"/>
        <a:buChar char="•"/>
        <a:defRPr sz="2835" kern="1200">
          <a:solidFill>
            <a:schemeClr val="tx1"/>
          </a:solidFill>
          <a:latin typeface="+mn-lt"/>
          <a:ea typeface="+mn-ea"/>
          <a:cs typeface="+mn-cs"/>
        </a:defRPr>
      </a:lvl4pPr>
      <a:lvl5pPr marL="3239913" indent="-359990" algn="r" defTabSz="1439961" rtl="1" eaLnBrk="1" latinLnBrk="0" hangingPunct="1">
        <a:lnSpc>
          <a:spcPct val="90000"/>
        </a:lnSpc>
        <a:spcBef>
          <a:spcPts val="787"/>
        </a:spcBef>
        <a:buFont typeface="Arial" panose="020B0604020202020204" pitchFamily="34" charset="0"/>
        <a:buChar char="•"/>
        <a:defRPr sz="2835" kern="1200">
          <a:solidFill>
            <a:schemeClr val="tx1"/>
          </a:solidFill>
          <a:latin typeface="+mn-lt"/>
          <a:ea typeface="+mn-ea"/>
          <a:cs typeface="+mn-cs"/>
        </a:defRPr>
      </a:lvl5pPr>
      <a:lvl6pPr marL="3959893" indent="-359990" algn="r" defTabSz="1439961" rtl="1" eaLnBrk="1" latinLnBrk="0" hangingPunct="1">
        <a:lnSpc>
          <a:spcPct val="90000"/>
        </a:lnSpc>
        <a:spcBef>
          <a:spcPts val="787"/>
        </a:spcBef>
        <a:buFont typeface="Arial" panose="020B0604020202020204" pitchFamily="34" charset="0"/>
        <a:buChar char="•"/>
        <a:defRPr sz="2835" kern="1200">
          <a:solidFill>
            <a:schemeClr val="tx1"/>
          </a:solidFill>
          <a:latin typeface="+mn-lt"/>
          <a:ea typeface="+mn-ea"/>
          <a:cs typeface="+mn-cs"/>
        </a:defRPr>
      </a:lvl6pPr>
      <a:lvl7pPr marL="4679874" indent="-359990" algn="r" defTabSz="1439961" rtl="1" eaLnBrk="1" latinLnBrk="0" hangingPunct="1">
        <a:lnSpc>
          <a:spcPct val="90000"/>
        </a:lnSpc>
        <a:spcBef>
          <a:spcPts val="787"/>
        </a:spcBef>
        <a:buFont typeface="Arial" panose="020B0604020202020204" pitchFamily="34" charset="0"/>
        <a:buChar char="•"/>
        <a:defRPr sz="2835" kern="1200">
          <a:solidFill>
            <a:schemeClr val="tx1"/>
          </a:solidFill>
          <a:latin typeface="+mn-lt"/>
          <a:ea typeface="+mn-ea"/>
          <a:cs typeface="+mn-cs"/>
        </a:defRPr>
      </a:lvl7pPr>
      <a:lvl8pPr marL="5399854" indent="-359990" algn="r" defTabSz="1439961" rtl="1" eaLnBrk="1" latinLnBrk="0" hangingPunct="1">
        <a:lnSpc>
          <a:spcPct val="90000"/>
        </a:lnSpc>
        <a:spcBef>
          <a:spcPts val="787"/>
        </a:spcBef>
        <a:buFont typeface="Arial" panose="020B0604020202020204" pitchFamily="34" charset="0"/>
        <a:buChar char="•"/>
        <a:defRPr sz="2835" kern="1200">
          <a:solidFill>
            <a:schemeClr val="tx1"/>
          </a:solidFill>
          <a:latin typeface="+mn-lt"/>
          <a:ea typeface="+mn-ea"/>
          <a:cs typeface="+mn-cs"/>
        </a:defRPr>
      </a:lvl8pPr>
      <a:lvl9pPr marL="6119835" indent="-359990" algn="r" defTabSz="1439961" rtl="1" eaLnBrk="1" latinLnBrk="0" hangingPunct="1">
        <a:lnSpc>
          <a:spcPct val="90000"/>
        </a:lnSpc>
        <a:spcBef>
          <a:spcPts val="787"/>
        </a:spcBef>
        <a:buFont typeface="Arial" panose="020B0604020202020204" pitchFamily="34" charset="0"/>
        <a:buChar char="•"/>
        <a:defRPr sz="2835" kern="1200">
          <a:solidFill>
            <a:schemeClr val="tx1"/>
          </a:solidFill>
          <a:latin typeface="+mn-lt"/>
          <a:ea typeface="+mn-ea"/>
          <a:cs typeface="+mn-cs"/>
        </a:defRPr>
      </a:lvl9pPr>
    </p:bodyStyle>
    <p:otherStyle>
      <a:defPPr>
        <a:defRPr lang="en-US"/>
      </a:defPPr>
      <a:lvl1pPr marL="0" algn="r" defTabSz="1439961" rtl="1" eaLnBrk="1" latinLnBrk="0" hangingPunct="1">
        <a:defRPr sz="2835" kern="1200">
          <a:solidFill>
            <a:schemeClr val="tx1"/>
          </a:solidFill>
          <a:latin typeface="+mn-lt"/>
          <a:ea typeface="+mn-ea"/>
          <a:cs typeface="+mn-cs"/>
        </a:defRPr>
      </a:lvl1pPr>
      <a:lvl2pPr marL="719981" algn="r" defTabSz="1439961" rtl="1" eaLnBrk="1" latinLnBrk="0" hangingPunct="1">
        <a:defRPr sz="2835" kern="1200">
          <a:solidFill>
            <a:schemeClr val="tx1"/>
          </a:solidFill>
          <a:latin typeface="+mn-lt"/>
          <a:ea typeface="+mn-ea"/>
          <a:cs typeface="+mn-cs"/>
        </a:defRPr>
      </a:lvl2pPr>
      <a:lvl3pPr marL="1439961" algn="r" defTabSz="1439961" rtl="1" eaLnBrk="1" latinLnBrk="0" hangingPunct="1">
        <a:defRPr sz="2835" kern="1200">
          <a:solidFill>
            <a:schemeClr val="tx1"/>
          </a:solidFill>
          <a:latin typeface="+mn-lt"/>
          <a:ea typeface="+mn-ea"/>
          <a:cs typeface="+mn-cs"/>
        </a:defRPr>
      </a:lvl3pPr>
      <a:lvl4pPr marL="2159942" algn="r" defTabSz="1439961" rtl="1" eaLnBrk="1" latinLnBrk="0" hangingPunct="1">
        <a:defRPr sz="2835" kern="1200">
          <a:solidFill>
            <a:schemeClr val="tx1"/>
          </a:solidFill>
          <a:latin typeface="+mn-lt"/>
          <a:ea typeface="+mn-ea"/>
          <a:cs typeface="+mn-cs"/>
        </a:defRPr>
      </a:lvl4pPr>
      <a:lvl5pPr marL="2879922" algn="r" defTabSz="1439961" rtl="1" eaLnBrk="1" latinLnBrk="0" hangingPunct="1">
        <a:defRPr sz="2835" kern="1200">
          <a:solidFill>
            <a:schemeClr val="tx1"/>
          </a:solidFill>
          <a:latin typeface="+mn-lt"/>
          <a:ea typeface="+mn-ea"/>
          <a:cs typeface="+mn-cs"/>
        </a:defRPr>
      </a:lvl5pPr>
      <a:lvl6pPr marL="3599903" algn="r" defTabSz="1439961" rtl="1" eaLnBrk="1" latinLnBrk="0" hangingPunct="1">
        <a:defRPr sz="2835" kern="1200">
          <a:solidFill>
            <a:schemeClr val="tx1"/>
          </a:solidFill>
          <a:latin typeface="+mn-lt"/>
          <a:ea typeface="+mn-ea"/>
          <a:cs typeface="+mn-cs"/>
        </a:defRPr>
      </a:lvl6pPr>
      <a:lvl7pPr marL="4319883" algn="r" defTabSz="1439961" rtl="1" eaLnBrk="1" latinLnBrk="0" hangingPunct="1">
        <a:defRPr sz="2835" kern="1200">
          <a:solidFill>
            <a:schemeClr val="tx1"/>
          </a:solidFill>
          <a:latin typeface="+mn-lt"/>
          <a:ea typeface="+mn-ea"/>
          <a:cs typeface="+mn-cs"/>
        </a:defRPr>
      </a:lvl7pPr>
      <a:lvl8pPr marL="5039864" algn="r" defTabSz="1439961" rtl="1" eaLnBrk="1" latinLnBrk="0" hangingPunct="1">
        <a:defRPr sz="2835" kern="1200">
          <a:solidFill>
            <a:schemeClr val="tx1"/>
          </a:solidFill>
          <a:latin typeface="+mn-lt"/>
          <a:ea typeface="+mn-ea"/>
          <a:cs typeface="+mn-cs"/>
        </a:defRPr>
      </a:lvl8pPr>
      <a:lvl9pPr marL="5759845" algn="r" defTabSz="1439961" rtl="1" eaLnBrk="1" latinLnBrk="0" hangingPunct="1">
        <a:defRPr sz="283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80000"/>
            <a:lum/>
          </a:blip>
          <a:srcRect/>
          <a:stretch>
            <a:fillRect l="-39000" r="-3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42484" y="574990"/>
            <a:ext cx="9314796" cy="2087455"/>
          </a:xfrm>
          <a:prstGeom prst="rect">
            <a:avLst/>
          </a:prstGeom>
        </p:spPr>
        <p:txBody>
          <a:bodyPr vert="horz" lIns="91440" tIns="45720" rIns="91440" bIns="45720" rtlCol="0" anchor="ctr">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742484" y="2874937"/>
            <a:ext cx="9314796" cy="6852350"/>
          </a:xfrm>
          <a:prstGeom prst="rect">
            <a:avLst/>
          </a:prstGeom>
        </p:spPr>
        <p:txBody>
          <a:bodyPr vert="horz" lIns="91440" tIns="45720" rIns="9144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742484" y="10009783"/>
            <a:ext cx="2429947" cy="574987"/>
          </a:xfrm>
          <a:prstGeom prst="rect">
            <a:avLst/>
          </a:prstGeom>
        </p:spPr>
        <p:txBody>
          <a:bodyPr vert="horz" lIns="91440" tIns="45720" rIns="91440" bIns="45720" rtlCol="0" anchor="ctr"/>
          <a:lstStyle>
            <a:lvl1pPr algn="l">
              <a:defRPr sz="1417">
                <a:solidFill>
                  <a:schemeClr val="tx1">
                    <a:tint val="75000"/>
                  </a:schemeClr>
                </a:solidFill>
              </a:defRPr>
            </a:lvl1pPr>
          </a:lstStyle>
          <a:p>
            <a:fld id="{D98DD482-F514-49AA-823F-7F3E9E40D4C2}" type="datetimeFigureOut">
              <a:rPr lang="ar-EG" smtClean="0"/>
              <a:t>21/11/1445</a:t>
            </a:fld>
            <a:endParaRPr lang="ar-EG"/>
          </a:p>
        </p:txBody>
      </p:sp>
      <p:sp>
        <p:nvSpPr>
          <p:cNvPr id="5" name="Footer Placeholder 4"/>
          <p:cNvSpPr>
            <a:spLocks noGrp="1"/>
          </p:cNvSpPr>
          <p:nvPr>
            <p:ph type="ftr" sz="quarter" idx="3"/>
          </p:nvPr>
        </p:nvSpPr>
        <p:spPr>
          <a:xfrm>
            <a:off x="3577422" y="10009783"/>
            <a:ext cx="3644920" cy="574987"/>
          </a:xfrm>
          <a:prstGeom prst="rect">
            <a:avLst/>
          </a:prstGeom>
        </p:spPr>
        <p:txBody>
          <a:bodyPr vert="horz" lIns="91440" tIns="45720" rIns="91440" bIns="45720" rtlCol="0" anchor="ctr"/>
          <a:lstStyle>
            <a:lvl1pPr algn="ctr">
              <a:defRPr sz="1417">
                <a:solidFill>
                  <a:schemeClr val="tx1">
                    <a:tint val="75000"/>
                  </a:schemeClr>
                </a:solidFill>
              </a:defRPr>
            </a:lvl1pPr>
          </a:lstStyle>
          <a:p>
            <a:endParaRPr lang="ar-EG"/>
          </a:p>
        </p:txBody>
      </p:sp>
      <p:sp>
        <p:nvSpPr>
          <p:cNvPr id="6" name="Slide Number Placeholder 5"/>
          <p:cNvSpPr>
            <a:spLocks noGrp="1"/>
          </p:cNvSpPr>
          <p:nvPr>
            <p:ph type="sldNum" sz="quarter" idx="4"/>
          </p:nvPr>
        </p:nvSpPr>
        <p:spPr>
          <a:xfrm>
            <a:off x="7627332" y="10009783"/>
            <a:ext cx="2429947" cy="574987"/>
          </a:xfrm>
          <a:prstGeom prst="rect">
            <a:avLst/>
          </a:prstGeom>
        </p:spPr>
        <p:txBody>
          <a:bodyPr vert="horz" lIns="91440" tIns="45720" rIns="91440" bIns="45720" rtlCol="0" anchor="ctr"/>
          <a:lstStyle>
            <a:lvl1pPr algn="r">
              <a:defRPr sz="1417">
                <a:solidFill>
                  <a:schemeClr val="tx1">
                    <a:tint val="75000"/>
                  </a:schemeClr>
                </a:solidFill>
              </a:defRPr>
            </a:lvl1pPr>
          </a:lstStyle>
          <a:p>
            <a:fld id="{419FA741-9545-4D36-93E0-2A32E1AE17C9}" type="slidenum">
              <a:rPr lang="ar-EG" smtClean="0"/>
              <a:t>‹#›</a:t>
            </a:fld>
            <a:endParaRPr lang="ar-EG"/>
          </a:p>
        </p:txBody>
      </p:sp>
    </p:spTree>
    <p:extLst>
      <p:ext uri="{BB962C8B-B14F-4D97-AF65-F5344CB8AC3E}">
        <p14:creationId xmlns:p14="http://schemas.microsoft.com/office/powerpoint/2010/main" val="8802799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79998" rtl="1" eaLnBrk="1" latinLnBrk="0" hangingPunct="1">
        <a:lnSpc>
          <a:spcPct val="90000"/>
        </a:lnSpc>
        <a:spcBef>
          <a:spcPct val="0"/>
        </a:spcBef>
        <a:buNone/>
        <a:defRPr sz="5197" kern="1200">
          <a:solidFill>
            <a:schemeClr val="tx1"/>
          </a:solidFill>
          <a:latin typeface="+mj-lt"/>
          <a:ea typeface="+mj-ea"/>
          <a:cs typeface="+mj-cs"/>
        </a:defRPr>
      </a:lvl1pPr>
    </p:titleStyle>
    <p:bodyStyle>
      <a:lvl1pPr marL="269999" indent="-269999" algn="r" defTabSz="1079998" rtl="1" eaLnBrk="1" latinLnBrk="0" hangingPunct="1">
        <a:lnSpc>
          <a:spcPct val="90000"/>
        </a:lnSpc>
        <a:spcBef>
          <a:spcPts val="1181"/>
        </a:spcBef>
        <a:buFont typeface="Arial" panose="020B0604020202020204" pitchFamily="34" charset="0"/>
        <a:buChar char="•"/>
        <a:defRPr sz="3307" kern="1200">
          <a:solidFill>
            <a:schemeClr val="tx1"/>
          </a:solidFill>
          <a:latin typeface="+mn-lt"/>
          <a:ea typeface="+mn-ea"/>
          <a:cs typeface="+mn-cs"/>
        </a:defRPr>
      </a:lvl1pPr>
      <a:lvl2pPr marL="809998" indent="-269999" algn="r" defTabSz="1079998" rtl="1" eaLnBrk="1" latinLnBrk="0" hangingPunct="1">
        <a:lnSpc>
          <a:spcPct val="90000"/>
        </a:lnSpc>
        <a:spcBef>
          <a:spcPts val="591"/>
        </a:spcBef>
        <a:buFont typeface="Arial" panose="020B0604020202020204" pitchFamily="34" charset="0"/>
        <a:buChar char="•"/>
        <a:defRPr sz="2835" kern="1200">
          <a:solidFill>
            <a:schemeClr val="tx1"/>
          </a:solidFill>
          <a:latin typeface="+mn-lt"/>
          <a:ea typeface="+mn-ea"/>
          <a:cs typeface="+mn-cs"/>
        </a:defRPr>
      </a:lvl2pPr>
      <a:lvl3pPr marL="1349997" indent="-269999" algn="r" defTabSz="1079998" rtl="1" eaLnBrk="1" latinLnBrk="0" hangingPunct="1">
        <a:lnSpc>
          <a:spcPct val="90000"/>
        </a:lnSpc>
        <a:spcBef>
          <a:spcPts val="591"/>
        </a:spcBef>
        <a:buFont typeface="Arial" panose="020B0604020202020204" pitchFamily="34" charset="0"/>
        <a:buChar char="•"/>
        <a:defRPr sz="2362" kern="1200">
          <a:solidFill>
            <a:schemeClr val="tx1"/>
          </a:solidFill>
          <a:latin typeface="+mn-lt"/>
          <a:ea typeface="+mn-ea"/>
          <a:cs typeface="+mn-cs"/>
        </a:defRPr>
      </a:lvl3pPr>
      <a:lvl4pPr marL="1889996" indent="-269999" algn="r" defTabSz="1079998" rtl="1"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4pPr>
      <a:lvl5pPr marL="2429995" indent="-269999" algn="r" defTabSz="1079998" rtl="1"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5pPr>
      <a:lvl6pPr marL="2969994" indent="-269999" algn="r" defTabSz="1079998" rtl="1"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6pPr>
      <a:lvl7pPr marL="3509993" indent="-269999" algn="r" defTabSz="1079998" rtl="1"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7pPr>
      <a:lvl8pPr marL="4049992" indent="-269999" algn="r" defTabSz="1079998" rtl="1"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8pPr>
      <a:lvl9pPr marL="4589991" indent="-269999" algn="r" defTabSz="1079998" rtl="1"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9pPr>
    </p:bodyStyle>
    <p:otherStyle>
      <a:defPPr>
        <a:defRPr lang="en-US"/>
      </a:defPPr>
      <a:lvl1pPr marL="0" algn="r" defTabSz="1079998" rtl="1" eaLnBrk="1" latinLnBrk="0" hangingPunct="1">
        <a:defRPr sz="2126" kern="1200">
          <a:solidFill>
            <a:schemeClr val="tx1"/>
          </a:solidFill>
          <a:latin typeface="+mn-lt"/>
          <a:ea typeface="+mn-ea"/>
          <a:cs typeface="+mn-cs"/>
        </a:defRPr>
      </a:lvl1pPr>
      <a:lvl2pPr marL="539999" algn="r" defTabSz="1079998" rtl="1" eaLnBrk="1" latinLnBrk="0" hangingPunct="1">
        <a:defRPr sz="2126" kern="1200">
          <a:solidFill>
            <a:schemeClr val="tx1"/>
          </a:solidFill>
          <a:latin typeface="+mn-lt"/>
          <a:ea typeface="+mn-ea"/>
          <a:cs typeface="+mn-cs"/>
        </a:defRPr>
      </a:lvl2pPr>
      <a:lvl3pPr marL="1079998" algn="r" defTabSz="1079998" rtl="1" eaLnBrk="1" latinLnBrk="0" hangingPunct="1">
        <a:defRPr sz="2126" kern="1200">
          <a:solidFill>
            <a:schemeClr val="tx1"/>
          </a:solidFill>
          <a:latin typeface="+mn-lt"/>
          <a:ea typeface="+mn-ea"/>
          <a:cs typeface="+mn-cs"/>
        </a:defRPr>
      </a:lvl3pPr>
      <a:lvl4pPr marL="1619997" algn="r" defTabSz="1079998" rtl="1" eaLnBrk="1" latinLnBrk="0" hangingPunct="1">
        <a:defRPr sz="2126" kern="1200">
          <a:solidFill>
            <a:schemeClr val="tx1"/>
          </a:solidFill>
          <a:latin typeface="+mn-lt"/>
          <a:ea typeface="+mn-ea"/>
          <a:cs typeface="+mn-cs"/>
        </a:defRPr>
      </a:lvl4pPr>
      <a:lvl5pPr marL="2159996" algn="r" defTabSz="1079998" rtl="1" eaLnBrk="1" latinLnBrk="0" hangingPunct="1">
        <a:defRPr sz="2126" kern="1200">
          <a:solidFill>
            <a:schemeClr val="tx1"/>
          </a:solidFill>
          <a:latin typeface="+mn-lt"/>
          <a:ea typeface="+mn-ea"/>
          <a:cs typeface="+mn-cs"/>
        </a:defRPr>
      </a:lvl5pPr>
      <a:lvl6pPr marL="2699995" algn="r" defTabSz="1079998" rtl="1" eaLnBrk="1" latinLnBrk="0" hangingPunct="1">
        <a:defRPr sz="2126" kern="1200">
          <a:solidFill>
            <a:schemeClr val="tx1"/>
          </a:solidFill>
          <a:latin typeface="+mn-lt"/>
          <a:ea typeface="+mn-ea"/>
          <a:cs typeface="+mn-cs"/>
        </a:defRPr>
      </a:lvl6pPr>
      <a:lvl7pPr marL="3239994" algn="r" defTabSz="1079998" rtl="1" eaLnBrk="1" latinLnBrk="0" hangingPunct="1">
        <a:defRPr sz="2126" kern="1200">
          <a:solidFill>
            <a:schemeClr val="tx1"/>
          </a:solidFill>
          <a:latin typeface="+mn-lt"/>
          <a:ea typeface="+mn-ea"/>
          <a:cs typeface="+mn-cs"/>
        </a:defRPr>
      </a:lvl7pPr>
      <a:lvl8pPr marL="3779992" algn="r" defTabSz="1079998" rtl="1" eaLnBrk="1" latinLnBrk="0" hangingPunct="1">
        <a:defRPr sz="2126" kern="1200">
          <a:solidFill>
            <a:schemeClr val="tx1"/>
          </a:solidFill>
          <a:latin typeface="+mn-lt"/>
          <a:ea typeface="+mn-ea"/>
          <a:cs typeface="+mn-cs"/>
        </a:defRPr>
      </a:lvl8pPr>
      <a:lvl9pPr marL="4319991" algn="r" defTabSz="1079998" rtl="1" eaLnBrk="1" latinLnBrk="0" hangingPunct="1">
        <a:defRPr sz="212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CA59EEB-DA2F-9FC7-F236-3DB273277010}"/>
              </a:ext>
            </a:extLst>
          </p:cNvPr>
          <p:cNvSpPr>
            <a:spLocks noGrp="1"/>
          </p:cNvSpPr>
          <p:nvPr>
            <p:ph type="title"/>
          </p:nvPr>
        </p:nvSpPr>
        <p:spPr>
          <a:xfrm>
            <a:off x="736859" y="2692444"/>
            <a:ext cx="9314796" cy="4492401"/>
          </a:xfrm>
        </p:spPr>
        <p:txBody>
          <a:bodyPr/>
          <a:lstStyle/>
          <a:p>
            <a:r>
              <a:rPr lang="ar-EG" dirty="0"/>
              <a:t>المسلم لا يهون على الله ﷻ</a:t>
            </a:r>
            <a:br>
              <a:rPr lang="ar-EG" dirty="0"/>
            </a:br>
            <a:r>
              <a:rPr lang="ar-EG" dirty="0"/>
              <a:t>وإن هان على الناس</a:t>
            </a:r>
          </a:p>
        </p:txBody>
      </p:sp>
      <p:sp>
        <p:nvSpPr>
          <p:cNvPr id="15" name="عنصر نائب للنص 14">
            <a:extLst>
              <a:ext uri="{FF2B5EF4-FFF2-40B4-BE49-F238E27FC236}">
                <a16:creationId xmlns:a16="http://schemas.microsoft.com/office/drawing/2014/main" id="{899D6179-8B2B-EFD4-CC1C-3825499C7774}"/>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332116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ABF176E-96CB-10D7-C5AA-0AC9671CE9D6}"/>
              </a:ext>
            </a:extLst>
          </p:cNvPr>
          <p:cNvSpPr>
            <a:spLocks noGrp="1"/>
          </p:cNvSpPr>
          <p:nvPr>
            <p:ph type="title"/>
          </p:nvPr>
        </p:nvSpPr>
        <p:spPr>
          <a:xfrm>
            <a:off x="736859" y="2692444"/>
            <a:ext cx="9314796" cy="4492401"/>
          </a:xfrm>
        </p:spPr>
        <p:txBody>
          <a:bodyPr/>
          <a:lstStyle/>
          <a:p>
            <a:r>
              <a:rPr lang="ar-EG" dirty="0"/>
              <a:t>لنا في الأنبياء قدوة وأسوة</a:t>
            </a:r>
          </a:p>
        </p:txBody>
      </p:sp>
      <p:sp>
        <p:nvSpPr>
          <p:cNvPr id="13" name="عنصر نائب للنص 12">
            <a:extLst>
              <a:ext uri="{FF2B5EF4-FFF2-40B4-BE49-F238E27FC236}">
                <a16:creationId xmlns:a16="http://schemas.microsoft.com/office/drawing/2014/main" id="{BC770747-A25A-F489-EB6E-2A6818A4AA37}"/>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1046888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65B640E-C42F-ED16-5F4E-44908647BB29}"/>
              </a:ext>
            </a:extLst>
          </p:cNvPr>
          <p:cNvSpPr>
            <a:spLocks noGrp="1"/>
          </p:cNvSpPr>
          <p:nvPr>
            <p:ph type="title"/>
          </p:nvPr>
        </p:nvSpPr>
        <p:spPr>
          <a:xfrm>
            <a:off x="736859" y="2692444"/>
            <a:ext cx="9314796" cy="4492401"/>
          </a:xfrm>
        </p:spPr>
        <p:txBody>
          <a:bodyPr/>
          <a:lstStyle/>
          <a:p>
            <a:r>
              <a:rPr lang="ar-EG" dirty="0"/>
              <a:t>نبينا محمد ﷺ</a:t>
            </a:r>
          </a:p>
        </p:txBody>
      </p:sp>
      <p:sp>
        <p:nvSpPr>
          <p:cNvPr id="13" name="عنصر نائب للنص 12">
            <a:extLst>
              <a:ext uri="{FF2B5EF4-FFF2-40B4-BE49-F238E27FC236}">
                <a16:creationId xmlns:a16="http://schemas.microsoft.com/office/drawing/2014/main" id="{8C31D477-28AF-41E8-930C-3AD0F48C5871}"/>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3835169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عنوان 14">
            <a:extLst>
              <a:ext uri="{FF2B5EF4-FFF2-40B4-BE49-F238E27FC236}">
                <a16:creationId xmlns:a16="http://schemas.microsoft.com/office/drawing/2014/main" id="{0CBBFDE1-7C67-4E55-3FD9-8C69F71B1B84}"/>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F1AB74ED-A6DF-0403-6D40-F8CDC14B5919}"/>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ﵟفَإِن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‌كَذَّبُوكَ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فَقَدۡ</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كُذِّبَ رُسُلٞ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قَبۡلِكَ</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جَآءُو</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بِٱلۡبَيِّنَٰتِ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وَٱلزُّبُرِ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وَٱلۡكِتَٰبِ</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ٱلۡمُنِيرِ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١٨٤ﵞ</a:t>
            </a:r>
            <a:r>
              <a:rPr lang="ar-EG" sz="4800" dirty="0">
                <a:effectLst/>
                <a:latin typeface="KFGQPC HAFS Uthmanic Script" panose="02000000000000000000" pitchFamily="2" charset="-78"/>
                <a:cs typeface="KFGQPC HAFS Uthmanic Script" panose="02000000000000000000" pitchFamily="2" charset="-78"/>
              </a:rPr>
              <a:t> </a:t>
            </a:r>
          </a:p>
          <a:p>
            <a:pPr marL="0" indent="0" algn="ctr">
              <a:lnSpc>
                <a:spcPct val="150000"/>
              </a:lnSpc>
              <a:buNone/>
            </a:pPr>
            <a:r>
              <a:rPr lang="ar-EG" sz="4800" dirty="0">
                <a:effectLst/>
                <a:latin typeface="KFGQPC HAFS Uthmanic Script" panose="02000000000000000000" pitchFamily="2" charset="-78"/>
                <a:cs typeface="KFGQPC HAFS Uthmanic Script" panose="02000000000000000000" pitchFamily="2" charset="-78"/>
              </a:rPr>
              <a:t>[آل عمران: 184]  </a:t>
            </a:r>
            <a:endParaRPr lang="en-GB" sz="4800" dirty="0"/>
          </a:p>
        </p:txBody>
      </p:sp>
    </p:spTree>
    <p:extLst>
      <p:ext uri="{BB962C8B-B14F-4D97-AF65-F5344CB8AC3E}">
        <p14:creationId xmlns:p14="http://schemas.microsoft.com/office/powerpoint/2010/main" val="610102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t>قال السعدي (١٣٧٦ هـ) </a:t>
            </a:r>
            <a:r>
              <a:rPr lang="en-US" dirty="0">
                <a:sym typeface="KFGQPC Arabic Symbols 01" panose="02000000000000000000" pitchFamily="2" charset="2"/>
              </a:rPr>
              <a:t></a:t>
            </a:r>
            <a:r>
              <a:rPr lang="ar-EG" dirty="0"/>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ثم سلَّى رسوله ﷺ، فقال: ﴿فإن كذبوك فقد كذب رسل من قبلك﴾ أي: هذه عادة الظالمين، ودأبهم الكفر بالله، وتكذيب رسل الله وليس تكذيبهم لرسل الله، عن قصور ما أتوا به، أو عدم تبين حجة، بل قد ﴿جاءوا بالبينات﴾ أي: الحجج العقلية، والبراهين النقلية، ﴿والزبر﴾ أي: الكتب </a:t>
            </a:r>
            <a:r>
              <a:rPr lang="ar-EG" sz="4400" dirty="0" err="1">
                <a:ln w="0"/>
                <a:effectLst>
                  <a:outerShdw blurRad="38100" dist="19050" dir="2700000" algn="tl" rotWithShape="0">
                    <a:schemeClr val="dk1">
                      <a:alpha val="40000"/>
                    </a:schemeClr>
                  </a:outerShdw>
                </a:effectLst>
              </a:rPr>
              <a:t>المزبورة</a:t>
            </a:r>
            <a:r>
              <a:rPr lang="ar-EG" sz="4400" dirty="0">
                <a:ln w="0"/>
                <a:effectLst>
                  <a:outerShdw blurRad="38100" dist="19050" dir="2700000" algn="tl" rotWithShape="0">
                    <a:schemeClr val="dk1">
                      <a:alpha val="40000"/>
                    </a:schemeClr>
                  </a:outerShdw>
                </a:effectLst>
              </a:rPr>
              <a:t> المنزلة من السماء، التي لا يمكن أن يأتي بها غير الرسل.</a:t>
            </a:r>
          </a:p>
        </p:txBody>
      </p:sp>
    </p:spTree>
    <p:extLst>
      <p:ext uri="{BB962C8B-B14F-4D97-AF65-F5344CB8AC3E}">
        <p14:creationId xmlns:p14="http://schemas.microsoft.com/office/powerpoint/2010/main" val="1167022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t>قال السعدي (١٣٧٦ هـ) </a:t>
            </a:r>
            <a:r>
              <a:rPr lang="en-US" dirty="0">
                <a:sym typeface="KFGQPC Arabic Symbols 01" panose="02000000000000000000" pitchFamily="2" charset="2"/>
              </a:rPr>
              <a:t></a:t>
            </a:r>
            <a:r>
              <a:rPr lang="ar-EG" dirty="0"/>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buNone/>
            </a:pPr>
            <a:r>
              <a:rPr lang="ar-EG" sz="5400" dirty="0">
                <a:ln w="0"/>
                <a:effectLst>
                  <a:outerShdw blurRad="38100" dist="19050" dir="2700000" algn="tl" rotWithShape="0">
                    <a:schemeClr val="dk1">
                      <a:alpha val="40000"/>
                    </a:schemeClr>
                  </a:outerShdw>
                </a:effectLst>
              </a:rPr>
              <a:t>﴿والكتاب المنير﴾ للأحكام الشرعية، وبيان ما اشتملت عليه من المحاسن العقلية، ومنير أيضا للأخبار الصادقة، فإذا كان هذا عادتهم في عدم الإيمان بالرسل، الذين هذا وصفهم، فلا يحزنك أمرهم، ولا </a:t>
            </a:r>
            <a:r>
              <a:rPr lang="ar-EG" sz="5400" dirty="0" err="1">
                <a:ln w="0"/>
                <a:effectLst>
                  <a:outerShdw blurRad="38100" dist="19050" dir="2700000" algn="tl" rotWithShape="0">
                    <a:schemeClr val="dk1">
                      <a:alpha val="40000"/>
                    </a:schemeClr>
                  </a:outerShdw>
                </a:effectLst>
              </a:rPr>
              <a:t>يهمنك</a:t>
            </a:r>
            <a:r>
              <a:rPr lang="ar-EG" sz="5400" dirty="0">
                <a:ln w="0"/>
                <a:effectLst>
                  <a:outerShdw blurRad="38100" dist="19050" dir="2700000" algn="tl" rotWithShape="0">
                    <a:schemeClr val="dk1">
                      <a:alpha val="40000"/>
                    </a:schemeClr>
                  </a:outerShdw>
                </a:effectLst>
              </a:rPr>
              <a:t> شأنهم</a:t>
            </a:r>
          </a:p>
        </p:txBody>
      </p:sp>
    </p:spTree>
    <p:extLst>
      <p:ext uri="{BB962C8B-B14F-4D97-AF65-F5344CB8AC3E}">
        <p14:creationId xmlns:p14="http://schemas.microsoft.com/office/powerpoint/2010/main" val="3257989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DA07E1D-FE64-AD30-5827-CADCD56EFDBE}"/>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6CFAFBFB-86AC-B99B-B3EF-D5196970152D}"/>
              </a:ext>
            </a:extLst>
          </p:cNvPr>
          <p:cNvSpPr>
            <a:spLocks noGrp="1"/>
          </p:cNvSpPr>
          <p:nvPr>
            <p:ph idx="1"/>
          </p:nvPr>
        </p:nvSpPr>
        <p:spPr/>
        <p:txBody>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ﵟوَقَالُواْ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لَوۡلَا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نُزِّلَ هَٰذَا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ٱلۡقُرۡءَانُ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عَلَىٰ رَجُلٖ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ٱلۡقَرۡيَتَيۡنِ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عَظِيمٍ ٣١ ﵞ </a:t>
            </a: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[الزخرف: 31] </a:t>
            </a:r>
            <a:endParaRPr lang="ar-EG"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413898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DA07E1D-FE64-AD30-5827-CADCD56EFDBE}"/>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6CFAFBFB-86AC-B99B-B3EF-D5196970152D}"/>
              </a:ext>
            </a:extLst>
          </p:cNvPr>
          <p:cNvSpPr>
            <a:spLocks noGrp="1"/>
          </p:cNvSpPr>
          <p:nvPr>
            <p:ph idx="1"/>
          </p:nvPr>
        </p:nvSpPr>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ﵟبَلۡ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قَالُوٓاْ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أَضۡغَٰثُ</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أَحۡلَٰمِۭ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بَلِ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ٱفۡتَرَىٰهُ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هُوَ ‌شَاعِرٞ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فَلۡيَأۡتِنَا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بِـَٔايَة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كَمَآ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أُرۡسِلَ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ٱلۡأَوَّلُونَ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٥ﵞ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[الأنبياء: 5] </a:t>
            </a:r>
            <a:endParaRPr lang="ar-EG"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08581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DA07E1D-FE64-AD30-5827-CADCD56EFDBE}"/>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6CFAFBFB-86AC-B99B-B3EF-D5196970152D}"/>
              </a:ext>
            </a:extLst>
          </p:cNvPr>
          <p:cNvSpPr>
            <a:spLocks noGrp="1"/>
          </p:cNvSpPr>
          <p:nvPr>
            <p:ph idx="1"/>
          </p:nvPr>
        </p:nvSpPr>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ﵟوَيَقُولُونَ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أَئِنَّا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لَتَارِكُوٓاْ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ءَالِهَتِنَا ‌لِشَاعِرٖ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مَّجۡنُونِۭ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٣٦ﵞ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[الصافات: 36] </a:t>
            </a:r>
            <a:endParaRPr lang="ar-EG" sz="48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5559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DA07E1D-FE64-AD30-5827-CADCD56EFDBE}"/>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6CFAFBFB-86AC-B99B-B3EF-D5196970152D}"/>
              </a:ext>
            </a:extLst>
          </p:cNvPr>
          <p:cNvSpPr>
            <a:spLocks noGrp="1"/>
          </p:cNvSpPr>
          <p:nvPr>
            <p:ph idx="1"/>
          </p:nvPr>
        </p:nvSpPr>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ﵟفَذَكِّرۡ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أَنتَ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بِنِعۡمَتِ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رَبِّكَ بِكَاهِنٖ وَلَا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مَجۡنُونٍ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٢٩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يَقُولُونَ ‌شَاعِرٞ نَّتَرَبَّصُ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بِهِۦ</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رَيۡبَ</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ٱلۡمَنُونِ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٣٠ﵞ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[الطور: 29-30] </a:t>
            </a:r>
            <a:endParaRPr lang="ar-EG" sz="48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62475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DA07E1D-FE64-AD30-5827-CADCD56EFDBE}"/>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6CFAFBFB-86AC-B99B-B3EF-D5196970152D}"/>
              </a:ext>
            </a:extLst>
          </p:cNvPr>
          <p:cNvSpPr>
            <a:spLocks noGrp="1"/>
          </p:cNvSpPr>
          <p:nvPr>
            <p:ph idx="1"/>
          </p:nvPr>
        </p:nvSpPr>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هُوَ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بِقَوۡلِ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شَاعِرٖۚ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قَلِيلٗا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تُؤۡمِنُونَ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٤١ وَلَا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بِقَوۡلِ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كَاهِنٖۚ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قَلِيلٗا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مَّا تَذَكَّرُونَ ٤٢ﵞ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[الحاقة: 41-42] </a:t>
            </a:r>
            <a:endParaRPr lang="ar-EG" sz="48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8819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4506B56-9188-2F50-85E1-5022C141293B}"/>
              </a:ext>
            </a:extLst>
          </p:cNvPr>
          <p:cNvSpPr>
            <a:spLocks noGrp="1"/>
          </p:cNvSpPr>
          <p:nvPr>
            <p:ph type="title"/>
          </p:nvPr>
        </p:nvSpPr>
        <p:spPr>
          <a:xfrm>
            <a:off x="736859" y="2692444"/>
            <a:ext cx="9314796" cy="4492401"/>
          </a:xfrm>
        </p:spPr>
        <p:txBody>
          <a:bodyPr/>
          <a:lstStyle/>
          <a:p>
            <a:r>
              <a:rPr lang="ar-EG" dirty="0"/>
              <a:t>الحديث الأول</a:t>
            </a:r>
          </a:p>
        </p:txBody>
      </p:sp>
      <p:sp>
        <p:nvSpPr>
          <p:cNvPr id="11" name="عنصر نائب للنص 10">
            <a:extLst>
              <a:ext uri="{FF2B5EF4-FFF2-40B4-BE49-F238E27FC236}">
                <a16:creationId xmlns:a16="http://schemas.microsoft.com/office/drawing/2014/main" id="{1C56EF92-6F79-EB7B-5DEE-5B69ABB1A095}"/>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778885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0826C797-EC1D-97A0-A131-0EDF39CD1556}"/>
              </a:ext>
            </a:extLst>
          </p:cNvPr>
          <p:cNvSpPr>
            <a:spLocks noGrp="1"/>
          </p:cNvSpPr>
          <p:nvPr>
            <p:ph type="title"/>
          </p:nvPr>
        </p:nvSpPr>
        <p:spPr/>
        <p:txBody>
          <a:bodyPr>
            <a:normAutofit fontScale="90000"/>
          </a:bodyPr>
          <a:lstStyle/>
          <a:p>
            <a:r>
              <a:rPr lang="ar-EG" dirty="0">
                <a:ln w="0"/>
                <a:effectLst>
                  <a:outerShdw blurRad="38100" dist="19050" dir="2700000" algn="tl" rotWithShape="0">
                    <a:schemeClr val="dk1">
                      <a:alpha val="40000"/>
                    </a:schemeClr>
                  </a:outerShdw>
                </a:effectLst>
              </a:rPr>
              <a:t>صحيح مسلم – ط التركية ( 1794 )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كتاب الجهاد والسير</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باب ما لقي النبي ﷺ من أذى المشركين والمنافقين</a:t>
            </a:r>
          </a:p>
        </p:txBody>
      </p:sp>
      <p:sp>
        <p:nvSpPr>
          <p:cNvPr id="3" name="عنصر نائب للمحتوى 2">
            <a:extLst>
              <a:ext uri="{FF2B5EF4-FFF2-40B4-BE49-F238E27FC236}">
                <a16:creationId xmlns:a16="http://schemas.microsoft.com/office/drawing/2014/main" id="{C246029F-B4D5-81FE-2C49-6986198FA36A}"/>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عَنِ ابْنِ مَسْعُودٍ قَالَ : بَيْنَمَا رَسُولُ اللهِ ﷺ يُصَلِّي عِنْدَ الْبَيْتِ وَأَبُو جَهْلٍ وَأَصْحَابٌ لَهُ جُلُوسٌ ، وَقَدْ نُحِرَتْ جَزُورٌ بِالْأَمْسِ فَقَالَ أَبُو جَهْلٍ : أَيُّكُمْ يَقُومُ إِلَى سَلَا جَزُورِ بَنِي فُلَانٍ فَيَأْخُذُهُ فَيَضَعُهُ فِي كَتِفَيْ مُحَمَّدٍ إِذَا سَجَدَ ؟ فَانْبَعَثَ أَشْقَى الْقَوْمِ فَأَخَذَهُ</a:t>
            </a:r>
            <a:endParaRPr lang="ar-SA"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606449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358999B8-945B-D1D4-D15B-9E2E3379D38A}"/>
              </a:ext>
            </a:extLst>
          </p:cNvPr>
          <p:cNvSpPr>
            <a:spLocks noGrp="1"/>
          </p:cNvSpPr>
          <p:nvPr>
            <p:ph type="title"/>
          </p:nvPr>
        </p:nvSpPr>
        <p:spPr/>
        <p:txBody>
          <a:bodyPr/>
          <a:lstStyle/>
          <a:p>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صحيح مسلم – ط التركية ( 1794 )</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كتاب الجهاد والسير</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باب ما لقي النبي ﷺ من أذى المشركين والمنافقين</a:t>
            </a:r>
            <a:endParaRPr lang="ar-EG" dirty="0"/>
          </a:p>
        </p:txBody>
      </p:sp>
      <p:sp>
        <p:nvSpPr>
          <p:cNvPr id="3" name="عنصر نائب للمحتوى 2">
            <a:extLst>
              <a:ext uri="{FF2B5EF4-FFF2-40B4-BE49-F238E27FC236}">
                <a16:creationId xmlns:a16="http://schemas.microsoft.com/office/drawing/2014/main" id="{C246029F-B4D5-81FE-2C49-6986198FA36A}"/>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فَلَمَّا سَجَدَ النَّبِيُّ ﷺ وَضَعَهُ بَيْنَ كَتِفَيْهِ ، قَالَ : فَاسْتَضْحَكُوا ، وَجَعَلَ بَعْضُهُمْ يَمِيلُ عَلَى بَعْضٍ ، وَأَنَا قَائِمٌ أَنْظُرُ لَوْ كَانَتْ لِي مَنَعَةٌ طَرَحْتُهُ عَنْ ظَهْرِ رَسُولِ اللهِ ﷺ ، وَالنَّبِيُّ ﷺ سَاجِدٌ مَا يَرْفَعُ رَأْسَهُ ، حَتَّى انْطَلَقَ إِنْسَانٌ فَأَخْبَرَ فَاطِمَةَ ، فَجَاءَتْ وَهِيَ جُوَيْرِيَةٌ فَطَرَحَتْهُ عَنْهُ ، ثُمَّ أَقْبَلَتْ عَلَيْهِمْ تَشْتِمُهُمْ</a:t>
            </a:r>
            <a:endParaRPr lang="ar-SA"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28215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59A8D636-2FE4-0332-D1A6-B7B38CA4935F}"/>
              </a:ext>
            </a:extLst>
          </p:cNvPr>
          <p:cNvSpPr>
            <a:spLocks noGrp="1"/>
          </p:cNvSpPr>
          <p:nvPr>
            <p:ph type="title"/>
          </p:nvPr>
        </p:nvSpPr>
        <p:spPr/>
        <p:txBody>
          <a:bodyPr/>
          <a:lstStyle/>
          <a:p>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صحيح مسلم – ط التركية ( 1794 )</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كتاب الجهاد والسير</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باب ما لقي النبي ﷺ من أذى المشركين والمنافقين</a:t>
            </a:r>
            <a:endParaRPr lang="ar-EG" dirty="0"/>
          </a:p>
        </p:txBody>
      </p:sp>
      <p:sp>
        <p:nvSpPr>
          <p:cNvPr id="3" name="عنصر نائب للمحتوى 2">
            <a:extLst>
              <a:ext uri="{FF2B5EF4-FFF2-40B4-BE49-F238E27FC236}">
                <a16:creationId xmlns:a16="http://schemas.microsoft.com/office/drawing/2014/main" id="{C246029F-B4D5-81FE-2C49-6986198FA36A}"/>
              </a:ext>
            </a:extLst>
          </p:cNvPr>
          <p:cNvSpPr>
            <a:spLocks noGrp="1"/>
          </p:cNvSpPr>
          <p:nvPr>
            <p:ph idx="1"/>
          </p:nvPr>
        </p:nvSpPr>
        <p:spPr>
          <a:xfrm>
            <a:off x="742484" y="2874937"/>
            <a:ext cx="9314796" cy="6852350"/>
          </a:xfrm>
        </p:spPr>
        <p:txBody>
          <a:bodyPr>
            <a:no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فَلَمَّا قَضَى النَّبِيُّ ﷺ صَلَاتَهُ ، رَفَعَ صَوْتَهُ ثُمَّ دَعَا عَلَيْهِمْ ، وَكَانَ إِذَا دَعَا </a:t>
            </a:r>
            <a:r>
              <a:rPr lang="ar-EG" sz="4400" dirty="0" err="1">
                <a:ln w="0"/>
                <a:effectLst>
                  <a:outerShdw blurRad="38100" dist="19050" dir="2700000" algn="tl" rotWithShape="0">
                    <a:schemeClr val="dk1">
                      <a:alpha val="40000"/>
                    </a:schemeClr>
                  </a:outerShdw>
                </a:effectLst>
              </a:rPr>
              <a:t>دَعَا</a:t>
            </a:r>
            <a:r>
              <a:rPr lang="ar-EG" sz="4400" dirty="0">
                <a:ln w="0"/>
                <a:effectLst>
                  <a:outerShdw blurRad="38100" dist="19050" dir="2700000" algn="tl" rotWithShape="0">
                    <a:schemeClr val="dk1">
                      <a:alpha val="40000"/>
                    </a:schemeClr>
                  </a:outerShdw>
                </a:effectLst>
              </a:rPr>
              <a:t> ثَلَاثًا ، وَإِذَا سَأَلَ </a:t>
            </a:r>
            <a:r>
              <a:rPr lang="ar-EG" sz="4400" dirty="0" err="1">
                <a:ln w="0"/>
                <a:effectLst>
                  <a:outerShdw blurRad="38100" dist="19050" dir="2700000" algn="tl" rotWithShape="0">
                    <a:schemeClr val="dk1">
                      <a:alpha val="40000"/>
                    </a:schemeClr>
                  </a:outerShdw>
                </a:effectLst>
              </a:rPr>
              <a:t>سَأَلَ</a:t>
            </a:r>
            <a:r>
              <a:rPr lang="ar-EG" sz="4400" dirty="0">
                <a:ln w="0"/>
                <a:effectLst>
                  <a:outerShdw blurRad="38100" dist="19050" dir="2700000" algn="tl" rotWithShape="0">
                    <a:schemeClr val="dk1">
                      <a:alpha val="40000"/>
                    </a:schemeClr>
                  </a:outerShdw>
                </a:effectLst>
              </a:rPr>
              <a:t> ثَلَاثًا ، ثُمَّ قَالَ : اللَّهُمَّ عَلَيْكَ بِقُرَيْشٍ ، ( ثَلَاثَ مَرَّاتٍ ) . فَلَمَّا سَمِعُوا صَوْتَهُ ، ذَهَبَ عَنْهُمُ الضَّحِكُ وَخَافُوا دَعْوَتَهُ ، ثُمَّ قَالَ : اللَّهُمَّ عَلَيْكَ بِأَبِي جَهْلِ بْنِ هِشَامٍ ، وَعُتْبَةَ بْنِ رَبِيعَةَ ، وَشَيْبَةَ بْنِ رَبِيعَةَ ، وَالْوَلِيدِ بْنِ عُقْبَةَ ، وَأُمَيَّةَ بْنِ خَلَفٍ ، وَعُقْبَةَ بْنِ أَبِي مُعَيْطٍ ( وَذَكَرَ السَّابِعَ وَلَمْ أَحْفَظْهُ )</a:t>
            </a:r>
          </a:p>
        </p:txBody>
      </p:sp>
    </p:spTree>
    <p:extLst>
      <p:ext uri="{BB962C8B-B14F-4D97-AF65-F5344CB8AC3E}">
        <p14:creationId xmlns:p14="http://schemas.microsoft.com/office/powerpoint/2010/main" val="2414646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59A8D636-2FE4-0332-D1A6-B7B38CA4935F}"/>
              </a:ext>
            </a:extLst>
          </p:cNvPr>
          <p:cNvSpPr>
            <a:spLocks noGrp="1"/>
          </p:cNvSpPr>
          <p:nvPr>
            <p:ph type="title"/>
          </p:nvPr>
        </p:nvSpPr>
        <p:spPr/>
        <p:txBody>
          <a:bodyPr/>
          <a:lstStyle/>
          <a:p>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صحيح مسلم – ط التركية ( 1794 )</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كتاب الجهاد والسير</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باب ما لقي النبي ﷺ من أذى المشركين والمنافقين</a:t>
            </a:r>
            <a:endParaRPr lang="ar-EG" dirty="0"/>
          </a:p>
        </p:txBody>
      </p:sp>
      <p:sp>
        <p:nvSpPr>
          <p:cNvPr id="3" name="عنصر نائب للمحتوى 2">
            <a:extLst>
              <a:ext uri="{FF2B5EF4-FFF2-40B4-BE49-F238E27FC236}">
                <a16:creationId xmlns:a16="http://schemas.microsoft.com/office/drawing/2014/main" id="{C246029F-B4D5-81FE-2C49-6986198FA36A}"/>
              </a:ext>
            </a:extLst>
          </p:cNvPr>
          <p:cNvSpPr>
            <a:spLocks noGrp="1"/>
          </p:cNvSpPr>
          <p:nvPr>
            <p:ph idx="1"/>
          </p:nvPr>
        </p:nvSpPr>
        <p:spPr>
          <a:xfrm>
            <a:off x="742484" y="2874937"/>
            <a:ext cx="9314796" cy="6852350"/>
          </a:xfrm>
        </p:spPr>
        <p:txBody>
          <a:bodyPr>
            <a:noAutofit/>
          </a:bodyPr>
          <a:lstStyle/>
          <a:p>
            <a:pPr marL="0" indent="0" algn="ctr">
              <a:lnSpc>
                <a:spcPct val="100000"/>
              </a:lnSpc>
              <a:buNone/>
            </a:pPr>
            <a:r>
              <a:rPr lang="ar-EG" sz="4400" dirty="0">
                <a:ln w="0"/>
                <a:effectLst>
                  <a:outerShdw blurRad="38100" dist="19050" dir="2700000" algn="tl" rotWithShape="0">
                    <a:schemeClr val="dk1">
                      <a:alpha val="40000"/>
                    </a:schemeClr>
                  </a:outerShdw>
                </a:effectLst>
              </a:rPr>
              <a:t>فَوَالَّذِي بَعَثَ مُحَمَّدًا ﷺ بِالْحَقِّ ، لَقَدْ رَأَيْتُ الَّذِينَ سَمَّى صَرْعَى يَوْمَ بَدْرٍ ، ثُمَّ سُحِبُوا إِلَى الْقَلِيبِ قَلِيبِ بَدْرٍ.</a:t>
            </a:r>
          </a:p>
          <a:p>
            <a:pPr marL="0" indent="0" algn="ctr">
              <a:lnSpc>
                <a:spcPct val="100000"/>
              </a:lnSpc>
              <a:buNone/>
            </a:pPr>
            <a:endParaRPr lang="ar-EG" sz="4400" dirty="0">
              <a:ln w="0"/>
              <a:effectLst>
                <a:outerShdw blurRad="38100" dist="19050" dir="2700000" algn="tl" rotWithShape="0">
                  <a:schemeClr val="dk1">
                    <a:alpha val="40000"/>
                  </a:schemeClr>
                </a:outerShdw>
              </a:effectLst>
            </a:endParaRPr>
          </a:p>
          <a:p>
            <a:pPr marL="0" indent="0" algn="ctr">
              <a:lnSpc>
                <a:spcPct val="100000"/>
              </a:lnSpc>
              <a:buNone/>
            </a:pPr>
            <a:r>
              <a:rPr lang="ar-EG" sz="4400" dirty="0">
                <a:ln w="0"/>
                <a:effectLst>
                  <a:outerShdw blurRad="38100" dist="19050" dir="2700000" algn="tl" rotWithShape="0">
                    <a:schemeClr val="dk1">
                      <a:alpha val="40000"/>
                    </a:schemeClr>
                  </a:outerShdw>
                </a:effectLst>
              </a:rPr>
              <a:t> قَالَ أَبُو إِسْحَاقَ : الْوَلِيدُ بْنُ عُقْبَةَ غَلَطٌ فِي هَذَا الْحَدِيثِ .</a:t>
            </a:r>
          </a:p>
        </p:txBody>
      </p:sp>
    </p:spTree>
    <p:extLst>
      <p:ext uri="{BB962C8B-B14F-4D97-AF65-F5344CB8AC3E}">
        <p14:creationId xmlns:p14="http://schemas.microsoft.com/office/powerpoint/2010/main" val="66254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4506B56-9188-2F50-85E1-5022C141293B}"/>
              </a:ext>
            </a:extLst>
          </p:cNvPr>
          <p:cNvSpPr>
            <a:spLocks noGrp="1"/>
          </p:cNvSpPr>
          <p:nvPr>
            <p:ph type="title"/>
          </p:nvPr>
        </p:nvSpPr>
        <p:spPr>
          <a:xfrm>
            <a:off x="736859" y="2692444"/>
            <a:ext cx="9314796" cy="4492401"/>
          </a:xfrm>
        </p:spPr>
        <p:txBody>
          <a:bodyPr/>
          <a:lstStyle/>
          <a:p>
            <a:r>
              <a:rPr lang="ar-EG" dirty="0"/>
              <a:t>الحديث الثاني</a:t>
            </a:r>
          </a:p>
        </p:txBody>
      </p:sp>
      <p:sp>
        <p:nvSpPr>
          <p:cNvPr id="11" name="عنصر نائب للنص 10">
            <a:extLst>
              <a:ext uri="{FF2B5EF4-FFF2-40B4-BE49-F238E27FC236}">
                <a16:creationId xmlns:a16="http://schemas.microsoft.com/office/drawing/2014/main" id="{1C56EF92-6F79-EB7B-5DEE-5B69ABB1A095}"/>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2392637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CC495553-9601-C9F1-C257-7065EEDC2132}"/>
              </a:ext>
            </a:extLst>
          </p:cNvPr>
          <p:cNvSpPr>
            <a:spLocks noGrp="1"/>
          </p:cNvSpPr>
          <p:nvPr>
            <p:ph type="title"/>
          </p:nvPr>
        </p:nvSpPr>
        <p:spPr/>
        <p:txBody>
          <a:bodyPr>
            <a:normAutofit fontScale="90000"/>
          </a:bodyPr>
          <a:lstStyle/>
          <a:p>
            <a:r>
              <a:rPr lang="ar-EG" dirty="0">
                <a:ln w="0"/>
                <a:effectLst>
                  <a:outerShdw blurRad="38100" dist="19050" dir="2700000" algn="tl" rotWithShape="0">
                    <a:schemeClr val="dk1">
                      <a:alpha val="40000"/>
                    </a:schemeClr>
                  </a:outerShdw>
                </a:effectLst>
              </a:rPr>
              <a:t>صحيح البخاري – ط السلطانية ( 5386 )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كتاب الأطعمة</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باب الخبز المرقق والأكل على الخوان والسفرة</a:t>
            </a:r>
          </a:p>
        </p:txBody>
      </p:sp>
      <p:sp>
        <p:nvSpPr>
          <p:cNvPr id="3" name="عنصر نائب للمحتوى 2">
            <a:extLst>
              <a:ext uri="{FF2B5EF4-FFF2-40B4-BE49-F238E27FC236}">
                <a16:creationId xmlns:a16="http://schemas.microsoft.com/office/drawing/2014/main" id="{50CDB43E-BAB2-3A5A-9905-75C686C60252}"/>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عَنْ أَنَسٍ رَضِيَ اللهُ عَنْهُ قَالَ: </a:t>
            </a:r>
          </a:p>
          <a:p>
            <a:pPr marL="0" indent="0" algn="ctr">
              <a:lnSpc>
                <a:spcPct val="150000"/>
              </a:lnSpc>
              <a:buNone/>
            </a:pPr>
            <a:r>
              <a:rPr lang="ar-EG" sz="4400" dirty="0">
                <a:ln w="0"/>
                <a:effectLst>
                  <a:outerShdw blurRad="38100" dist="19050" dir="2700000" algn="tl" rotWithShape="0">
                    <a:schemeClr val="dk1">
                      <a:alpha val="40000"/>
                    </a:schemeClr>
                  </a:outerShdw>
                </a:effectLst>
              </a:rPr>
              <a:t>مَا عَلِمْتُ النَّبِيَّ ﷺ أَكَلَ عَلَى </a:t>
            </a:r>
            <a:r>
              <a:rPr lang="ar-EG" sz="4400" dirty="0" err="1">
                <a:ln w="0"/>
                <a:effectLst>
                  <a:outerShdw blurRad="38100" dist="19050" dir="2700000" algn="tl" rotWithShape="0">
                    <a:schemeClr val="dk1">
                      <a:alpha val="40000"/>
                    </a:schemeClr>
                  </a:outerShdw>
                </a:effectLst>
              </a:rPr>
              <a:t>سُكُرُّجَةٍ</a:t>
            </a:r>
            <a:r>
              <a:rPr lang="ar-EG" sz="4400" dirty="0">
                <a:ln w="0"/>
                <a:effectLst>
                  <a:outerShdw blurRad="38100" dist="19050" dir="2700000" algn="tl" rotWithShape="0">
                    <a:schemeClr val="dk1">
                      <a:alpha val="40000"/>
                    </a:schemeClr>
                  </a:outerShdw>
                </a:effectLst>
              </a:rPr>
              <a:t> قَطُّ </a:t>
            </a:r>
          </a:p>
          <a:p>
            <a:pPr marL="0" indent="0" algn="ctr">
              <a:lnSpc>
                <a:spcPct val="150000"/>
              </a:lnSpc>
              <a:buNone/>
            </a:pPr>
            <a:r>
              <a:rPr lang="ar-EG" sz="4400" dirty="0">
                <a:ln w="0"/>
                <a:effectLst>
                  <a:outerShdw blurRad="38100" dist="19050" dir="2700000" algn="tl" rotWithShape="0">
                    <a:schemeClr val="dk1">
                      <a:alpha val="40000"/>
                    </a:schemeClr>
                  </a:outerShdw>
                </a:effectLst>
              </a:rPr>
              <a:t>وَلَا خُبِزَ لَهُ مُرَقَّقٌ قَطُّ ، وَلَا أَكَلَ عَلَى خِوَانٍ </a:t>
            </a:r>
          </a:p>
          <a:p>
            <a:pPr marL="0" indent="0" algn="ctr">
              <a:lnSpc>
                <a:spcPct val="150000"/>
              </a:lnSpc>
              <a:buNone/>
            </a:pPr>
            <a:r>
              <a:rPr lang="ar-EG" sz="4400" dirty="0">
                <a:ln w="0"/>
                <a:effectLst>
                  <a:outerShdw blurRad="38100" dist="19050" dir="2700000" algn="tl" rotWithShape="0">
                    <a:schemeClr val="dk1">
                      <a:alpha val="40000"/>
                    </a:schemeClr>
                  </a:outerShdw>
                </a:effectLst>
              </a:rPr>
              <a:t>قِيلَ لِقَتَادَةَ : فَعَلَى مَا كَانُوا يَأْكُلُونَ؟ </a:t>
            </a:r>
          </a:p>
          <a:p>
            <a:pPr marL="0" indent="0" algn="ctr">
              <a:lnSpc>
                <a:spcPct val="150000"/>
              </a:lnSpc>
              <a:buNone/>
            </a:pPr>
            <a:r>
              <a:rPr lang="ar-EG" sz="4400" dirty="0">
                <a:ln w="0"/>
                <a:effectLst>
                  <a:outerShdw blurRad="38100" dist="19050" dir="2700000" algn="tl" rotWithShape="0">
                    <a:schemeClr val="dk1">
                      <a:alpha val="40000"/>
                    </a:schemeClr>
                  </a:outerShdw>
                </a:effectLst>
              </a:rPr>
              <a:t>قَالَ: عَلَى السُّفَرِ</a:t>
            </a:r>
          </a:p>
        </p:txBody>
      </p:sp>
    </p:spTree>
    <p:extLst>
      <p:ext uri="{BB962C8B-B14F-4D97-AF65-F5344CB8AC3E}">
        <p14:creationId xmlns:p14="http://schemas.microsoft.com/office/powerpoint/2010/main" val="94276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31E69EE-5F16-9EF6-E391-146EB5D12D07}"/>
              </a:ext>
            </a:extLst>
          </p:cNvPr>
          <p:cNvSpPr>
            <a:spLocks noGrp="1"/>
          </p:cNvSpPr>
          <p:nvPr>
            <p:ph type="title"/>
          </p:nvPr>
        </p:nvSpPr>
        <p:spPr>
          <a:xfrm>
            <a:off x="742484" y="574990"/>
            <a:ext cx="9314796" cy="2087455"/>
          </a:xfrm>
        </p:spPr>
        <p:txBody>
          <a:bodyPr>
            <a:normAutofit fontScale="90000"/>
          </a:bodyPr>
          <a:lstStyle/>
          <a:p>
            <a:r>
              <a:rPr lang="ar-EG" dirty="0">
                <a:ln w="0"/>
                <a:effectLst>
                  <a:outerShdw blurRad="38100" dist="19050" dir="2700000" algn="tl" rotWithShape="0">
                    <a:schemeClr val="dk1">
                      <a:alpha val="40000"/>
                    </a:schemeClr>
                  </a:outerShdw>
                </a:effectLst>
              </a:rPr>
              <a:t>ابن حجر</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"فتح الباري بشرح صحيح البخاري"</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 </a:t>
            </a:r>
            <a:r>
              <a:rPr lang="ar-EG" dirty="0" err="1">
                <a:ln w="0"/>
                <a:effectLst>
                  <a:outerShdw blurRad="38100" dist="19050" dir="2700000" algn="tl" rotWithShape="0">
                    <a:schemeClr val="dk1">
                      <a:alpha val="40000"/>
                    </a:schemeClr>
                  </a:outerShdw>
                </a:effectLst>
              </a:rPr>
              <a:t>سُكُرُّجَةٍ</a:t>
            </a:r>
            <a:r>
              <a:rPr lang="ar-EG" dirty="0">
                <a:ln w="0"/>
                <a:effectLst>
                  <a:outerShdw blurRad="38100" dist="19050" dir="2700000" algn="tl" rotWithShape="0">
                    <a:schemeClr val="dk1">
                      <a:alpha val="40000"/>
                    </a:schemeClr>
                  </a:outerShdw>
                </a:effectLst>
              </a:rPr>
              <a:t> )</a:t>
            </a:r>
          </a:p>
        </p:txBody>
      </p:sp>
      <p:sp>
        <p:nvSpPr>
          <p:cNvPr id="3" name="عنصر نائب للمحتوى 2">
            <a:extLst>
              <a:ext uri="{FF2B5EF4-FFF2-40B4-BE49-F238E27FC236}">
                <a16:creationId xmlns:a16="http://schemas.microsoft.com/office/drawing/2014/main" id="{C6E6B959-66F3-A9A0-953F-5466AE60420B}"/>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قَالَ ابْنُ مَكِّيٍّ </a:t>
            </a:r>
          </a:p>
          <a:p>
            <a:pPr marL="0" indent="0" algn="ctr">
              <a:lnSpc>
                <a:spcPct val="150000"/>
              </a:lnSpc>
              <a:buNone/>
            </a:pPr>
            <a:r>
              <a:rPr lang="ar-EG" sz="4400" dirty="0">
                <a:ln w="0"/>
                <a:effectLst>
                  <a:outerShdw blurRad="38100" dist="19050" dir="2700000" algn="tl" rotWithShape="0">
                    <a:schemeClr val="dk1">
                      <a:alpha val="40000"/>
                    </a:schemeClr>
                  </a:outerShdw>
                </a:effectLst>
              </a:rPr>
              <a:t>وَهِيَ صِحَافٌ صِغَارٌ يُؤْكَلُ فِيهَا ، </a:t>
            </a:r>
          </a:p>
          <a:p>
            <a:pPr marL="0" indent="0" algn="ctr">
              <a:lnSpc>
                <a:spcPct val="150000"/>
              </a:lnSpc>
              <a:buNone/>
            </a:pPr>
            <a:r>
              <a:rPr lang="ar-EG" sz="4400" dirty="0">
                <a:ln w="0"/>
                <a:effectLst>
                  <a:outerShdw blurRad="38100" dist="19050" dir="2700000" algn="tl" rotWithShape="0">
                    <a:schemeClr val="dk1">
                      <a:alpha val="40000"/>
                    </a:schemeClr>
                  </a:outerShdw>
                </a:effectLst>
              </a:rPr>
              <a:t>وَمِنْهَا الْكَبِيرُ وَالصَّغِيرُ ، </a:t>
            </a:r>
          </a:p>
          <a:p>
            <a:pPr marL="0" indent="0" algn="ctr">
              <a:lnSpc>
                <a:spcPct val="150000"/>
              </a:lnSpc>
              <a:buNone/>
            </a:pPr>
            <a:r>
              <a:rPr lang="ar-EG" sz="4400" dirty="0">
                <a:ln w="0"/>
                <a:effectLst>
                  <a:outerShdw blurRad="38100" dist="19050" dir="2700000" algn="tl" rotWithShape="0">
                    <a:schemeClr val="dk1">
                      <a:alpha val="40000"/>
                    </a:schemeClr>
                  </a:outerShdw>
                </a:effectLst>
              </a:rPr>
              <a:t>فَالْكَبِيرَةُ تَحْمِلُ قَدْرَ سِتِّ أَوَاقٍ ، </a:t>
            </a:r>
          </a:p>
          <a:p>
            <a:pPr marL="0" indent="0" algn="ctr">
              <a:lnSpc>
                <a:spcPct val="150000"/>
              </a:lnSpc>
              <a:buNone/>
            </a:pPr>
            <a:r>
              <a:rPr lang="ar-EG" sz="4400" dirty="0">
                <a:ln w="0"/>
                <a:effectLst>
                  <a:outerShdw blurRad="38100" dist="19050" dir="2700000" algn="tl" rotWithShape="0">
                    <a:schemeClr val="dk1">
                      <a:alpha val="40000"/>
                    </a:schemeClr>
                  </a:outerShdw>
                </a:effectLst>
              </a:rPr>
              <a:t>وَقِيلَ : مَا بَيْنَ ثُلُثَيْ أُوقِيَّةٍ إِلَى أُوقِيَّةٍ </a:t>
            </a:r>
          </a:p>
        </p:txBody>
      </p:sp>
    </p:spTree>
    <p:extLst>
      <p:ext uri="{BB962C8B-B14F-4D97-AF65-F5344CB8AC3E}">
        <p14:creationId xmlns:p14="http://schemas.microsoft.com/office/powerpoint/2010/main" val="1743012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CB64701-8BB5-5C93-AF1A-AF26F3977304}"/>
              </a:ext>
            </a:extLst>
          </p:cNvPr>
          <p:cNvSpPr>
            <a:spLocks noGrp="1"/>
          </p:cNvSpPr>
          <p:nvPr>
            <p:ph type="title"/>
          </p:nvPr>
        </p:nvSpPr>
        <p:spPr>
          <a:xfrm>
            <a:off x="742484" y="574990"/>
            <a:ext cx="9314796" cy="2087455"/>
          </a:xfrm>
        </p:spPr>
        <p:txBody>
          <a:bodyPr/>
          <a:lstStyle/>
          <a:p>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ابن حجر</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"فتح الباري بشرح صحيح البخاري"</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 </a:t>
            </a:r>
            <a:r>
              <a:rPr kumimoji="0" lang="ar-EG" sz="4700" b="0" i="0" u="none" strike="noStrike" kern="1200" cap="none" spc="0" normalizeH="0" baseline="0" noProof="0" dirty="0" err="1">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سُكُرُّجَةٍ</a:t>
            </a: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 )</a:t>
            </a:r>
            <a:endParaRPr lang="ar-EG" dirty="0"/>
          </a:p>
        </p:txBody>
      </p:sp>
      <p:sp>
        <p:nvSpPr>
          <p:cNvPr id="3" name="عنصر نائب للمحتوى 2">
            <a:extLst>
              <a:ext uri="{FF2B5EF4-FFF2-40B4-BE49-F238E27FC236}">
                <a16:creationId xmlns:a16="http://schemas.microsoft.com/office/drawing/2014/main" id="{12AA096E-8E2A-4509-45C0-CE3B1C0CD90A}"/>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وَنَقَلَ ابْنُ </a:t>
            </a:r>
            <a:r>
              <a:rPr lang="ar-EG" sz="4400" dirty="0" err="1">
                <a:ln w="0"/>
                <a:effectLst>
                  <a:outerShdw blurRad="38100" dist="19050" dir="2700000" algn="tl" rotWithShape="0">
                    <a:schemeClr val="dk1">
                      <a:alpha val="40000"/>
                    </a:schemeClr>
                  </a:outerShdw>
                </a:effectLst>
              </a:rPr>
              <a:t>قُرْقُولٍ</a:t>
            </a:r>
            <a:r>
              <a:rPr lang="ar-EG" sz="4400" dirty="0">
                <a:ln w="0"/>
                <a:effectLst>
                  <a:outerShdw blurRad="38100" dist="19050" dir="2700000" algn="tl" rotWithShape="0">
                    <a:schemeClr val="dk1">
                      <a:alpha val="40000"/>
                    </a:schemeClr>
                  </a:outerShdw>
                </a:effectLst>
              </a:rPr>
              <a:t> عَنْ غَيْرِهِ أَنَّهَا </a:t>
            </a:r>
          </a:p>
          <a:p>
            <a:pPr marL="0" indent="0" algn="ctr">
              <a:lnSpc>
                <a:spcPct val="150000"/>
              </a:lnSpc>
              <a:buNone/>
            </a:pPr>
            <a:r>
              <a:rPr lang="ar-EG" sz="4400" dirty="0">
                <a:ln w="0"/>
                <a:effectLst>
                  <a:outerShdw blurRad="38100" dist="19050" dir="2700000" algn="tl" rotWithShape="0">
                    <a:schemeClr val="dk1">
                      <a:alpha val="40000"/>
                    </a:schemeClr>
                  </a:outerShdw>
                </a:effectLst>
              </a:rPr>
              <a:t>قَصْعَةٌ ذَاتُ قَوَائِمَ مِنْ عُودٍ كَمَائِدَةٍ صَغِيرَةٍ</a:t>
            </a:r>
          </a:p>
          <a:p>
            <a:pPr marL="0" indent="0" algn="ctr">
              <a:lnSpc>
                <a:spcPct val="150000"/>
              </a:lnSpc>
              <a:buNone/>
            </a:pPr>
            <a:r>
              <a:rPr lang="ar-EG" sz="4400" dirty="0">
                <a:ln w="0"/>
                <a:effectLst>
                  <a:outerShdw blurRad="38100" dist="19050" dir="2700000" algn="tl" rotWithShape="0">
                    <a:schemeClr val="dk1">
                      <a:alpha val="40000"/>
                    </a:schemeClr>
                  </a:outerShdw>
                </a:effectLst>
              </a:rPr>
              <a:t>وَالْأَوَّلُ أَوْلَى</a:t>
            </a:r>
          </a:p>
        </p:txBody>
      </p:sp>
    </p:spTree>
    <p:extLst>
      <p:ext uri="{BB962C8B-B14F-4D97-AF65-F5344CB8AC3E}">
        <p14:creationId xmlns:p14="http://schemas.microsoft.com/office/powerpoint/2010/main" val="678446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CB64701-8BB5-5C93-AF1A-AF26F3977304}"/>
              </a:ext>
            </a:extLst>
          </p:cNvPr>
          <p:cNvSpPr>
            <a:spLocks noGrp="1"/>
          </p:cNvSpPr>
          <p:nvPr>
            <p:ph type="title"/>
          </p:nvPr>
        </p:nvSpPr>
        <p:spPr>
          <a:xfrm>
            <a:off x="742484" y="574990"/>
            <a:ext cx="9314796" cy="2087455"/>
          </a:xfrm>
        </p:spPr>
        <p:txBody>
          <a:bodyPr/>
          <a:lstStyle/>
          <a:p>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ابن حجر</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"فتح الباري بشرح صحيح البخاري"</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 خِوان )</a:t>
            </a:r>
            <a:endParaRPr lang="ar-EG" dirty="0"/>
          </a:p>
        </p:txBody>
      </p:sp>
      <p:sp>
        <p:nvSpPr>
          <p:cNvPr id="3" name="عنصر نائب للمحتوى 2">
            <a:extLst>
              <a:ext uri="{FF2B5EF4-FFF2-40B4-BE49-F238E27FC236}">
                <a16:creationId xmlns:a16="http://schemas.microsoft.com/office/drawing/2014/main" id="{12AA096E-8E2A-4509-45C0-CE3B1C0CD90A}"/>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قوله : ( خوان ) بكسر أوله وضمه </a:t>
            </a:r>
          </a:p>
          <a:p>
            <a:pPr marL="0" indent="0" algn="ctr">
              <a:lnSpc>
                <a:spcPct val="150000"/>
              </a:lnSpc>
              <a:buNone/>
            </a:pPr>
            <a:r>
              <a:rPr lang="ar-EG" sz="4400" dirty="0">
                <a:ln w="0"/>
                <a:effectLst>
                  <a:outerShdw blurRad="38100" dist="19050" dir="2700000" algn="tl" rotWithShape="0">
                    <a:schemeClr val="dk1">
                      <a:alpha val="40000"/>
                    </a:schemeClr>
                  </a:outerShdw>
                </a:effectLst>
              </a:rPr>
              <a:t>هو المائدة المعدة للأكل </a:t>
            </a:r>
          </a:p>
        </p:txBody>
      </p:sp>
    </p:spTree>
    <p:extLst>
      <p:ext uri="{BB962C8B-B14F-4D97-AF65-F5344CB8AC3E}">
        <p14:creationId xmlns:p14="http://schemas.microsoft.com/office/powerpoint/2010/main" val="1843703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8ADFE0E-FAFC-3D41-908A-24BA07392682}"/>
              </a:ext>
            </a:extLst>
          </p:cNvPr>
          <p:cNvSpPr>
            <a:spLocks noGrp="1"/>
          </p:cNvSpPr>
          <p:nvPr>
            <p:ph type="title"/>
          </p:nvPr>
        </p:nvSpPr>
        <p:spPr>
          <a:xfrm>
            <a:off x="742484" y="574990"/>
            <a:ext cx="9314796" cy="2087455"/>
          </a:xfrm>
        </p:spPr>
        <p:txBody>
          <a:bodyPr/>
          <a:lstStyle/>
          <a:p>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ابن حجر</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"فتح الباري بشرح صحيح البخاري"</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 ( عَلَى السُّفَرِ ) </a:t>
            </a:r>
            <a:endParaRPr lang="ar-EG" dirty="0"/>
          </a:p>
        </p:txBody>
      </p:sp>
      <p:sp>
        <p:nvSpPr>
          <p:cNvPr id="3" name="عنصر نائب للمحتوى 2">
            <a:extLst>
              <a:ext uri="{FF2B5EF4-FFF2-40B4-BE49-F238E27FC236}">
                <a16:creationId xmlns:a16="http://schemas.microsoft.com/office/drawing/2014/main" id="{5C3269BD-7212-E863-D347-D3F0A963FD1F}"/>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جَمْعُ سُفْرَةٍ ،</a:t>
            </a:r>
          </a:p>
          <a:p>
            <a:pPr marL="0" indent="0" algn="ctr">
              <a:lnSpc>
                <a:spcPct val="150000"/>
              </a:lnSpc>
              <a:buNone/>
            </a:pPr>
            <a:r>
              <a:rPr lang="ar-EG" sz="4400" dirty="0">
                <a:ln w="0"/>
                <a:effectLst>
                  <a:outerShdw blurRad="38100" dist="19050" dir="2700000" algn="tl" rotWithShape="0">
                    <a:schemeClr val="dk1">
                      <a:alpha val="40000"/>
                    </a:schemeClr>
                  </a:outerShdw>
                </a:effectLst>
              </a:rPr>
              <a:t>وَأَنَّ أَصْلَهَا الطَّعَامُ الَّذِي يَتَّخِذُهُ الْمُسَافِرُ ، </a:t>
            </a:r>
          </a:p>
          <a:p>
            <a:pPr marL="0" indent="0" algn="ctr">
              <a:lnSpc>
                <a:spcPct val="150000"/>
              </a:lnSpc>
              <a:buNone/>
            </a:pPr>
            <a:r>
              <a:rPr lang="ar-EG" sz="4400" dirty="0">
                <a:ln w="0"/>
                <a:effectLst>
                  <a:outerShdw blurRad="38100" dist="19050" dir="2700000" algn="tl" rotWithShape="0">
                    <a:schemeClr val="dk1">
                      <a:alpha val="40000"/>
                    </a:schemeClr>
                  </a:outerShdw>
                </a:effectLst>
              </a:rPr>
              <a:t>وَأَكْثَرُ مَا يُصْنَعُ فِي جِلْدٍ ، </a:t>
            </a:r>
            <a:br>
              <a:rPr lang="ar-EG" sz="4400" dirty="0">
                <a:ln w="0"/>
                <a:effectLst>
                  <a:outerShdw blurRad="38100" dist="19050" dir="2700000" algn="tl" rotWithShape="0">
                    <a:schemeClr val="dk1">
                      <a:alpha val="40000"/>
                    </a:schemeClr>
                  </a:outerShdw>
                </a:effectLst>
              </a:rPr>
            </a:br>
            <a:r>
              <a:rPr lang="ar-EG" sz="4400" dirty="0">
                <a:ln w="0"/>
                <a:effectLst>
                  <a:outerShdw blurRad="38100" dist="19050" dir="2700000" algn="tl" rotWithShape="0">
                    <a:schemeClr val="dk1">
                      <a:alpha val="40000"/>
                    </a:schemeClr>
                  </a:outerShdw>
                </a:effectLst>
              </a:rPr>
              <a:t>فَنُقِلَ اسْمُ الطَّعَامِ إِلَى مَا يُوضَعُ فِيهِ</a:t>
            </a:r>
          </a:p>
        </p:txBody>
      </p:sp>
    </p:spTree>
    <p:extLst>
      <p:ext uri="{BB962C8B-B14F-4D97-AF65-F5344CB8AC3E}">
        <p14:creationId xmlns:p14="http://schemas.microsoft.com/office/powerpoint/2010/main" val="2895927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8E74F36A-A29C-0E25-AB2F-D4216CFF2D4D}"/>
              </a:ext>
            </a:extLst>
          </p:cNvPr>
          <p:cNvSpPr>
            <a:spLocks noGrp="1"/>
          </p:cNvSpPr>
          <p:nvPr>
            <p:ph type="title"/>
          </p:nvPr>
        </p:nvSpPr>
        <p:spPr/>
        <p:txBody>
          <a:bodyPr/>
          <a:lstStyle/>
          <a:p>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ابن حجر</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"فتح الباري بشرح صحيح البخاري"</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 (</a:t>
            </a:r>
            <a:r>
              <a:rPr lang="ar-EG" sz="4800" dirty="0">
                <a:ln w="0"/>
                <a:effectLst>
                  <a:outerShdw blurRad="38100" dist="19050" dir="2700000" algn="tl" rotWithShape="0">
                    <a:schemeClr val="dk1">
                      <a:alpha val="40000"/>
                    </a:schemeClr>
                  </a:outerShdw>
                </a:effectLst>
              </a:rPr>
              <a:t> يَأْكُلُونَ</a:t>
            </a: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 ) </a:t>
            </a:r>
            <a:endParaRPr lang="ar-EG" dirty="0"/>
          </a:p>
        </p:txBody>
      </p:sp>
      <p:sp>
        <p:nvSpPr>
          <p:cNvPr id="3" name="عنصر نائب للمحتوى 2">
            <a:extLst>
              <a:ext uri="{FF2B5EF4-FFF2-40B4-BE49-F238E27FC236}">
                <a16:creationId xmlns:a16="http://schemas.microsoft.com/office/drawing/2014/main" id="{C2570352-57B6-DB6B-7CA3-0564C2578E29}"/>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قَوْلُهُ : ( يَأْكُلُونَ ) كَذَا عَدَلَ عَنِ الْوَاحِدِ إِلَى الْجَمْعِ ، </a:t>
            </a:r>
          </a:p>
          <a:p>
            <a:pPr marL="0" indent="0" algn="ctr">
              <a:lnSpc>
                <a:spcPct val="150000"/>
              </a:lnSpc>
              <a:buNone/>
            </a:pPr>
            <a:r>
              <a:rPr lang="ar-EG" sz="4400" dirty="0">
                <a:ln w="0"/>
                <a:effectLst>
                  <a:outerShdw blurRad="38100" dist="19050" dir="2700000" algn="tl" rotWithShape="0">
                    <a:schemeClr val="dk1">
                      <a:alpha val="40000"/>
                    </a:schemeClr>
                  </a:outerShdw>
                </a:effectLst>
              </a:rPr>
              <a:t>إِشَارَةً إِلَى أَنَّ ذَلِكَ لَمْ يَكُنْ مُخْتَصًّا بِالنَّبِيِّ ﷺ وَحْدَهُ ، </a:t>
            </a:r>
          </a:p>
          <a:p>
            <a:pPr marL="0" indent="0" algn="ctr">
              <a:lnSpc>
                <a:spcPct val="150000"/>
              </a:lnSpc>
              <a:buNone/>
            </a:pPr>
            <a:r>
              <a:rPr lang="ar-EG" sz="4400" dirty="0">
                <a:ln w="0"/>
                <a:effectLst>
                  <a:outerShdw blurRad="38100" dist="19050" dir="2700000" algn="tl" rotWithShape="0">
                    <a:schemeClr val="dk1">
                      <a:alpha val="40000"/>
                    </a:schemeClr>
                  </a:outerShdw>
                </a:effectLst>
              </a:rPr>
              <a:t>بَلْ كَانَ أَصْحَابُهُ يَقْتَفُونَ أَثَرَهُ وَيَقْتَدُونَ بِفِعْلِهِ </a:t>
            </a:r>
          </a:p>
        </p:txBody>
      </p:sp>
    </p:spTree>
    <p:extLst>
      <p:ext uri="{BB962C8B-B14F-4D97-AF65-F5344CB8AC3E}">
        <p14:creationId xmlns:p14="http://schemas.microsoft.com/office/powerpoint/2010/main" val="1546265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B48F642-F49C-3C84-95D3-D70FF8C5298D}"/>
              </a:ext>
            </a:extLst>
          </p:cNvPr>
          <p:cNvSpPr>
            <a:spLocks noGrp="1"/>
          </p:cNvSpPr>
          <p:nvPr>
            <p:ph type="title"/>
          </p:nvPr>
        </p:nvSpPr>
        <p:spPr>
          <a:xfrm>
            <a:off x="736859" y="2692444"/>
            <a:ext cx="9314796" cy="4492401"/>
          </a:xfrm>
        </p:spPr>
        <p:txBody>
          <a:bodyPr/>
          <a:lstStyle/>
          <a:p>
            <a:r>
              <a:rPr lang="ar-EG" dirty="0"/>
              <a:t>الحديث الثالث</a:t>
            </a:r>
          </a:p>
        </p:txBody>
      </p:sp>
      <p:sp>
        <p:nvSpPr>
          <p:cNvPr id="11" name="عنصر نائب للنص 10">
            <a:extLst>
              <a:ext uri="{FF2B5EF4-FFF2-40B4-BE49-F238E27FC236}">
                <a16:creationId xmlns:a16="http://schemas.microsoft.com/office/drawing/2014/main" id="{A6442BFE-3C2D-FE70-3AAB-189F0AA4EC7A}"/>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1614380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815114D2-3790-D3BA-AC4F-EC80779C3A48}"/>
              </a:ext>
            </a:extLst>
          </p:cNvPr>
          <p:cNvSpPr>
            <a:spLocks noGrp="1"/>
          </p:cNvSpPr>
          <p:nvPr>
            <p:ph type="title"/>
          </p:nvPr>
        </p:nvSpPr>
        <p:spPr/>
        <p:txBody>
          <a:bodyPr>
            <a:normAutofit fontScale="90000"/>
          </a:bodyPr>
          <a:lstStyle/>
          <a:p>
            <a:r>
              <a:rPr lang="ar-EG" dirty="0">
                <a:ln w="0"/>
                <a:effectLst>
                  <a:outerShdw blurRad="38100" dist="19050" dir="2700000" algn="tl" rotWithShape="0">
                    <a:schemeClr val="dk1">
                      <a:alpha val="40000"/>
                    </a:schemeClr>
                  </a:outerShdw>
                </a:effectLst>
              </a:rPr>
              <a:t>صحيح البخاري -  السلطانية ( 5416 )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كتاب الأطعمة ، باب ما كان النبي ﷺ وأصحابه يأكلون</a:t>
            </a:r>
          </a:p>
        </p:txBody>
      </p:sp>
      <p:sp>
        <p:nvSpPr>
          <p:cNvPr id="3" name="عنصر نائب للمحتوى 2">
            <a:extLst>
              <a:ext uri="{FF2B5EF4-FFF2-40B4-BE49-F238E27FC236}">
                <a16:creationId xmlns:a16="http://schemas.microsoft.com/office/drawing/2014/main" id="{93780CD5-BE36-FDF0-A3CA-3ED70E1D1FBC}"/>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عَنْ عَائِشَةَ رَضِيَ اللهُ عَنْهَا قَالَتْ: مَا شَبِعَ آلُ مُحَمَّدٍ ﷺ مُنْذُ قَدِمَ الْمَدِينَةَ مِنْ طَعَامِ الْبُرِّ ثَلَاثَ لَيَالٍ تِبَاعًا حَتَّى قُبِضَ .</a:t>
            </a:r>
          </a:p>
        </p:txBody>
      </p:sp>
    </p:spTree>
    <p:extLst>
      <p:ext uri="{BB962C8B-B14F-4D97-AF65-F5344CB8AC3E}">
        <p14:creationId xmlns:p14="http://schemas.microsoft.com/office/powerpoint/2010/main" val="2214194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B48F642-F49C-3C84-95D3-D70FF8C5298D}"/>
              </a:ext>
            </a:extLst>
          </p:cNvPr>
          <p:cNvSpPr>
            <a:spLocks noGrp="1"/>
          </p:cNvSpPr>
          <p:nvPr>
            <p:ph type="title"/>
          </p:nvPr>
        </p:nvSpPr>
        <p:spPr>
          <a:xfrm>
            <a:off x="736859" y="2692444"/>
            <a:ext cx="9314796" cy="4492401"/>
          </a:xfrm>
        </p:spPr>
        <p:txBody>
          <a:bodyPr/>
          <a:lstStyle/>
          <a:p>
            <a:r>
              <a:rPr lang="ar-EG" dirty="0"/>
              <a:t>الحديث الرابع</a:t>
            </a:r>
          </a:p>
        </p:txBody>
      </p:sp>
      <p:sp>
        <p:nvSpPr>
          <p:cNvPr id="11" name="عنصر نائب للنص 10">
            <a:extLst>
              <a:ext uri="{FF2B5EF4-FFF2-40B4-BE49-F238E27FC236}">
                <a16:creationId xmlns:a16="http://schemas.microsoft.com/office/drawing/2014/main" id="{A6442BFE-3C2D-FE70-3AAB-189F0AA4EC7A}"/>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1734244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02E55CB1-A6D5-8E8E-EC15-7E14E445B360}"/>
              </a:ext>
            </a:extLst>
          </p:cNvPr>
          <p:cNvSpPr>
            <a:spLocks noGrp="1"/>
          </p:cNvSpPr>
          <p:nvPr>
            <p:ph type="title"/>
          </p:nvPr>
        </p:nvSpPr>
        <p:spPr/>
        <p:txBody>
          <a:bodyPr>
            <a:normAutofit fontScale="90000"/>
          </a:bodyPr>
          <a:lstStyle/>
          <a:p>
            <a:r>
              <a:rPr lang="ar-EG" dirty="0">
                <a:ln w="0"/>
                <a:effectLst>
                  <a:outerShdw blurRad="38100" dist="19050" dir="2700000" algn="tl" rotWithShape="0">
                    <a:schemeClr val="dk1">
                      <a:alpha val="40000"/>
                    </a:schemeClr>
                  </a:outerShdw>
                </a:effectLst>
              </a:rPr>
              <a:t>صحيح ابن حبان ( 7267 )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كتاب التاريخ ، ذكر البيان بأن المصطفى ﷺ قد كان يبذل ما وصفناه من هذه الدنيا مع ما يعزف نفسه عنها </a:t>
            </a:r>
          </a:p>
        </p:txBody>
      </p:sp>
      <p:sp>
        <p:nvSpPr>
          <p:cNvPr id="3" name="عنصر نائب للمحتوى 2">
            <a:extLst>
              <a:ext uri="{FF2B5EF4-FFF2-40B4-BE49-F238E27FC236}">
                <a16:creationId xmlns:a16="http://schemas.microsoft.com/office/drawing/2014/main" id="{8E572370-696E-FC09-A529-3B8B8140527D}"/>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أَنَّ عَائِشَةَ ، أَخْبَرَتْ : </a:t>
            </a:r>
          </a:p>
          <a:p>
            <a:pPr marL="0" indent="0" algn="ctr">
              <a:lnSpc>
                <a:spcPct val="150000"/>
              </a:lnSpc>
              <a:buNone/>
            </a:pPr>
            <a:r>
              <a:rPr lang="ar-EG" sz="4400" dirty="0">
                <a:ln w="0"/>
                <a:effectLst>
                  <a:outerShdw blurRad="38100" dist="19050" dir="2700000" algn="tl" rotWithShape="0">
                    <a:schemeClr val="dk1">
                      <a:alpha val="40000"/>
                    </a:schemeClr>
                  </a:outerShdw>
                </a:effectLst>
              </a:rPr>
              <a:t>أَنَّ النَّبِيَّ ﷺ </a:t>
            </a:r>
          </a:p>
          <a:p>
            <a:pPr marL="0" indent="0" algn="ctr">
              <a:lnSpc>
                <a:spcPct val="150000"/>
              </a:lnSpc>
              <a:buNone/>
            </a:pPr>
            <a:r>
              <a:rPr lang="ar-EG" sz="4400" dirty="0">
                <a:ln w="0"/>
                <a:effectLst>
                  <a:outerShdw blurRad="38100" dist="19050" dir="2700000" algn="tl" rotWithShape="0">
                    <a:schemeClr val="dk1">
                      <a:alpha val="40000"/>
                    </a:schemeClr>
                  </a:outerShdw>
                </a:effectLst>
              </a:rPr>
              <a:t>لَمْ يَشْبَعْ شَبْعَتَيْنِ فِي يَوْمٍ حَتَّى مَاتَ .</a:t>
            </a:r>
          </a:p>
        </p:txBody>
      </p:sp>
    </p:spTree>
    <p:extLst>
      <p:ext uri="{BB962C8B-B14F-4D97-AF65-F5344CB8AC3E}">
        <p14:creationId xmlns:p14="http://schemas.microsoft.com/office/powerpoint/2010/main" val="176694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6610AFB-00DA-46C5-796F-CF08F575DCA2}"/>
              </a:ext>
            </a:extLst>
          </p:cNvPr>
          <p:cNvSpPr>
            <a:spLocks noGrp="1"/>
          </p:cNvSpPr>
          <p:nvPr>
            <p:ph type="title"/>
          </p:nvPr>
        </p:nvSpPr>
        <p:spPr>
          <a:xfrm>
            <a:off x="736859" y="2692444"/>
            <a:ext cx="9314796" cy="4492401"/>
          </a:xfrm>
        </p:spPr>
        <p:txBody>
          <a:bodyPr/>
          <a:lstStyle/>
          <a:p>
            <a:r>
              <a:rPr lang="ar-EG" dirty="0"/>
              <a:t>الحديث الخامس</a:t>
            </a:r>
          </a:p>
        </p:txBody>
      </p:sp>
      <p:sp>
        <p:nvSpPr>
          <p:cNvPr id="11" name="عنصر نائب للنص 10">
            <a:extLst>
              <a:ext uri="{FF2B5EF4-FFF2-40B4-BE49-F238E27FC236}">
                <a16:creationId xmlns:a16="http://schemas.microsoft.com/office/drawing/2014/main" id="{BC950D95-E605-90EA-5A9F-AD6CCB6716FB}"/>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3031789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2A38AD7E-7100-0C19-5353-2B2EC63C3FFF}"/>
              </a:ext>
            </a:extLst>
          </p:cNvPr>
          <p:cNvSpPr>
            <a:spLocks noGrp="1"/>
          </p:cNvSpPr>
          <p:nvPr>
            <p:ph type="title"/>
          </p:nvPr>
        </p:nvSpPr>
        <p:spPr/>
        <p:txBody>
          <a:bodyPr/>
          <a:lstStyle/>
          <a:p>
            <a:r>
              <a:rPr lang="ar-EG" dirty="0">
                <a:ln w="0"/>
                <a:effectLst>
                  <a:outerShdw blurRad="38100" dist="19050" dir="2700000" algn="tl" rotWithShape="0">
                    <a:schemeClr val="dk1">
                      <a:alpha val="40000"/>
                    </a:schemeClr>
                  </a:outerShdw>
                </a:effectLst>
              </a:rPr>
              <a:t>الضياء المقدسي في "الأحاديث المختارة"</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( 2596 )</a:t>
            </a:r>
          </a:p>
        </p:txBody>
      </p:sp>
      <p:sp>
        <p:nvSpPr>
          <p:cNvPr id="3" name="عنصر نائب للمحتوى 2">
            <a:extLst>
              <a:ext uri="{FF2B5EF4-FFF2-40B4-BE49-F238E27FC236}">
                <a16:creationId xmlns:a16="http://schemas.microsoft.com/office/drawing/2014/main" id="{3EBD0E79-A06D-8035-B9EE-BF3B68530476}"/>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أَنَّ أَنَسَ بْنَ مَالِكٍ حَدَّثَهُمْ </a:t>
            </a:r>
          </a:p>
          <a:p>
            <a:pPr marL="0" indent="0" algn="ctr">
              <a:lnSpc>
                <a:spcPct val="150000"/>
              </a:lnSpc>
              <a:buNone/>
            </a:pPr>
            <a:r>
              <a:rPr lang="ar-EG" sz="4400" dirty="0">
                <a:ln w="0"/>
                <a:effectLst>
                  <a:outerShdw blurRad="38100" dist="19050" dir="2700000" algn="tl" rotWithShape="0">
                    <a:schemeClr val="dk1">
                      <a:alpha val="40000"/>
                    </a:schemeClr>
                  </a:outerShdw>
                </a:effectLst>
              </a:rPr>
              <a:t>أَنَّ فَاطِمَةَ جَاءَتْ بِكِسْرَةٍ إِلَى النَّبِيِّ ﷺ </a:t>
            </a:r>
          </a:p>
          <a:p>
            <a:pPr marL="0" indent="0" algn="ctr">
              <a:lnSpc>
                <a:spcPct val="150000"/>
              </a:lnSpc>
              <a:buNone/>
            </a:pPr>
            <a:r>
              <a:rPr lang="ar-EG" sz="4400" dirty="0">
                <a:ln w="0"/>
                <a:effectLst>
                  <a:outerShdw blurRad="38100" dist="19050" dir="2700000" algn="tl" rotWithShape="0">
                    <a:schemeClr val="dk1">
                      <a:alpha val="40000"/>
                    </a:schemeClr>
                  </a:outerShdw>
                </a:effectLst>
              </a:rPr>
              <a:t>فَقَالَ : مَا هَذِهِ الْكِسْرَةُ يَا فَاطِمَةُ ؟ </a:t>
            </a:r>
          </a:p>
          <a:p>
            <a:pPr marL="0" indent="0" algn="ctr">
              <a:lnSpc>
                <a:spcPct val="150000"/>
              </a:lnSpc>
              <a:buNone/>
            </a:pPr>
            <a:r>
              <a:rPr lang="ar-EG" sz="4400" dirty="0">
                <a:ln w="0"/>
                <a:effectLst>
                  <a:outerShdw blurRad="38100" dist="19050" dir="2700000" algn="tl" rotWithShape="0">
                    <a:schemeClr val="dk1">
                      <a:alpha val="40000"/>
                    </a:schemeClr>
                  </a:outerShdw>
                </a:effectLst>
              </a:rPr>
              <a:t>قَالَتْ : قُرْصٌ خَبَزْتُهُ فَلَمْ تَطِبْ نَفْسِي حَتَّى أَتَيْتُكَ بِهَذِهِ الْكِسْرَةِ</a:t>
            </a:r>
          </a:p>
          <a:p>
            <a:pPr marL="0" indent="0" algn="ctr">
              <a:lnSpc>
                <a:spcPct val="150000"/>
              </a:lnSpc>
              <a:buNone/>
            </a:pPr>
            <a:r>
              <a:rPr lang="ar-EG" sz="4400" dirty="0">
                <a:ln w="0"/>
                <a:effectLst>
                  <a:outerShdw blurRad="38100" dist="19050" dir="2700000" algn="tl" rotWithShape="0">
                    <a:schemeClr val="dk1">
                      <a:alpha val="40000"/>
                    </a:schemeClr>
                  </a:outerShdw>
                </a:effectLst>
              </a:rPr>
              <a:t>فَقَالَ : أَمَا إِنَّهُ أَوَّلُ طَعَامٍ دَخَلَ فَمَ أَبِيكِ مُنْذُ ثَلَاثٍ .</a:t>
            </a:r>
          </a:p>
        </p:txBody>
      </p:sp>
    </p:spTree>
    <p:extLst>
      <p:ext uri="{BB962C8B-B14F-4D97-AF65-F5344CB8AC3E}">
        <p14:creationId xmlns:p14="http://schemas.microsoft.com/office/powerpoint/2010/main" val="3121854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CD6DB5A-130D-9FCD-B519-9BD0A90B499C}"/>
              </a:ext>
            </a:extLst>
          </p:cNvPr>
          <p:cNvSpPr>
            <a:spLocks noGrp="1"/>
          </p:cNvSpPr>
          <p:nvPr>
            <p:ph type="title"/>
          </p:nvPr>
        </p:nvSpPr>
        <p:spPr>
          <a:xfrm>
            <a:off x="736859" y="2692444"/>
            <a:ext cx="9314796" cy="4492401"/>
          </a:xfrm>
        </p:spPr>
        <p:txBody>
          <a:bodyPr/>
          <a:lstStyle/>
          <a:p>
            <a:r>
              <a:rPr lang="ar-EG" dirty="0"/>
              <a:t>الحديث السادس</a:t>
            </a:r>
          </a:p>
        </p:txBody>
      </p:sp>
      <p:sp>
        <p:nvSpPr>
          <p:cNvPr id="11" name="عنصر نائب للنص 10">
            <a:extLst>
              <a:ext uri="{FF2B5EF4-FFF2-40B4-BE49-F238E27FC236}">
                <a16:creationId xmlns:a16="http://schemas.microsoft.com/office/drawing/2014/main" id="{75E04F8F-5F6B-58B7-2C72-ED64B5E6B370}"/>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993279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77779F2D-4881-950D-CCEA-9F7497530DD7}"/>
              </a:ext>
            </a:extLst>
          </p:cNvPr>
          <p:cNvSpPr>
            <a:spLocks noGrp="1"/>
          </p:cNvSpPr>
          <p:nvPr>
            <p:ph type="title"/>
          </p:nvPr>
        </p:nvSpPr>
        <p:spPr/>
        <p:txBody>
          <a:bodyPr>
            <a:normAutofit fontScale="90000"/>
          </a:bodyPr>
          <a:lstStyle/>
          <a:p>
            <a:pPr>
              <a:lnSpc>
                <a:spcPct val="107000"/>
              </a:lnSpc>
              <a:spcAft>
                <a:spcPts val="800"/>
              </a:spcAft>
            </a:pPr>
            <a:r>
              <a:rPr lang="ar-EG" dirty="0">
                <a:ln w="0"/>
                <a:effectLst>
                  <a:outerShdw blurRad="38100" dist="19050" dir="2700000" algn="tl" rotWithShape="0">
                    <a:schemeClr val="dk1">
                      <a:alpha val="40000"/>
                    </a:schemeClr>
                  </a:outerShdw>
                </a:effectLst>
              </a:rPr>
              <a:t>صحيح مسلم - ط التركية (2498)</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كتاب فضائل الصحابة ، باب من فضائل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أبي موسى وأبي عامر الْأشعريين </a:t>
            </a:r>
            <a:r>
              <a:rPr lang="en-US" sz="5400" kern="1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Sakkal Majalla" panose="02000000000000000000" pitchFamily="2" charset="-78"/>
                <a:sym typeface="KFGQPC Arabic Symbols 01" panose="02000000000000000000" pitchFamily="2" charset="2"/>
              </a:rPr>
              <a:t></a:t>
            </a:r>
            <a:endParaRPr lang="ar-EG" dirty="0">
              <a:ln w="0"/>
              <a:effectLst>
                <a:outerShdw blurRad="38100" dist="19050" dir="2700000" algn="tl" rotWithShape="0">
                  <a:schemeClr val="dk1">
                    <a:alpha val="40000"/>
                  </a:schemeClr>
                </a:outerShdw>
              </a:effectLst>
            </a:endParaRPr>
          </a:p>
        </p:txBody>
      </p:sp>
      <p:sp>
        <p:nvSpPr>
          <p:cNvPr id="3" name="عنصر نائب للمحتوى 2">
            <a:extLst>
              <a:ext uri="{FF2B5EF4-FFF2-40B4-BE49-F238E27FC236}">
                <a16:creationId xmlns:a16="http://schemas.microsoft.com/office/drawing/2014/main" id="{17A0695B-503E-A21F-4132-08533C433917}"/>
              </a:ext>
            </a:extLst>
          </p:cNvPr>
          <p:cNvSpPr>
            <a:spLocks noGrp="1"/>
          </p:cNvSpPr>
          <p:nvPr>
            <p:ph idx="1"/>
          </p:nvPr>
        </p:nvSpPr>
        <p:spPr>
          <a:xfrm>
            <a:off x="742484" y="2874937"/>
            <a:ext cx="9314796" cy="6852350"/>
          </a:xfrm>
        </p:spPr>
        <p:txBody>
          <a:bodyPr>
            <a:normAutofit/>
          </a:bodyPr>
          <a:lstStyle/>
          <a:p>
            <a:pPr marL="0" indent="0" algn="ctr">
              <a:lnSpc>
                <a:spcPct val="150000"/>
              </a:lnSpc>
              <a:spcAft>
                <a:spcPts val="800"/>
              </a:spcAft>
              <a:buNone/>
            </a:pPr>
            <a:r>
              <a:rPr lang="ar-EG" sz="4400" dirty="0">
                <a:ln w="0"/>
                <a:effectLst>
                  <a:outerShdw blurRad="38100" dist="19050" dir="2700000" algn="tl" rotWithShape="0">
                    <a:schemeClr val="dk1">
                      <a:alpha val="40000"/>
                    </a:schemeClr>
                  </a:outerShdw>
                </a:effectLst>
              </a:rPr>
              <a:t>عن أبي موسى الأشعري </a:t>
            </a:r>
            <a:r>
              <a:rPr lang="en-US" sz="4400" kern="1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Sakkal Majalla" panose="02000000000000000000" pitchFamily="2" charset="-78"/>
                <a:sym typeface="KFGQPC Arabic Symbols 01" panose="02000000000000000000" pitchFamily="2" charset="2"/>
              </a:rPr>
              <a:t></a:t>
            </a:r>
            <a:r>
              <a:rPr lang="ar-EG" sz="4400" kern="1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Sakkal Majalla" panose="02000000000000000000" pitchFamily="2" charset="-78"/>
                <a:sym typeface="KFGQPC Arabic Symbols 01" panose="02000000000000000000" pitchFamily="2" charset="2"/>
              </a:rPr>
              <a:t> </a:t>
            </a:r>
            <a:r>
              <a:rPr lang="ar-SA" sz="4400" dirty="0">
                <a:ln w="0"/>
                <a:effectLst>
                  <a:outerShdw blurRad="38100" dist="19050" dir="2700000" algn="tl" rotWithShape="0">
                    <a:schemeClr val="dk1">
                      <a:alpha val="40000"/>
                    </a:schemeClr>
                  </a:outerShdw>
                </a:effectLst>
              </a:rPr>
              <a:t>قال -: ( ... فَلَمَّا رَجَعْتُ إِلَى النَّبِيِّ ﷺ دَخَلْتُ عَلَيْهِ وَهُوَ فِي بَيْتٍ عَلَى سَرِيرٍ مُرْمَلٍ وَعَلَيْهِ فِرَاشٌ ، وَقَدْ أَثَّرَ رِمَالُ السَّرِيرِ بِظَهْرِ رَسُولِ اللهِ ﷺ وَجَنْبَيْهِ</a:t>
            </a:r>
            <a:endParaRPr lang="ar-EG"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253462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5B6975D5-9E6E-3559-01F0-8373EC4C13E3}"/>
              </a:ext>
            </a:extLst>
          </p:cNvPr>
          <p:cNvSpPr>
            <a:spLocks noGrp="1"/>
          </p:cNvSpPr>
          <p:nvPr>
            <p:ph type="title"/>
          </p:nvPr>
        </p:nvSpPr>
        <p:spPr>
          <a:xfrm>
            <a:off x="736859" y="2692444"/>
            <a:ext cx="9314796" cy="4492401"/>
          </a:xfrm>
        </p:spPr>
        <p:txBody>
          <a:bodyPr/>
          <a:lstStyle/>
          <a:p>
            <a:r>
              <a:rPr lang="ar-EG" dirty="0"/>
              <a:t>الحديث السابع</a:t>
            </a:r>
          </a:p>
        </p:txBody>
      </p:sp>
      <p:sp>
        <p:nvSpPr>
          <p:cNvPr id="11" name="عنصر نائب للنص 10">
            <a:extLst>
              <a:ext uri="{FF2B5EF4-FFF2-40B4-BE49-F238E27FC236}">
                <a16:creationId xmlns:a16="http://schemas.microsoft.com/office/drawing/2014/main" id="{FB4056F5-B4B7-6682-C7EA-53BD4CD2B75E}"/>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2107193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B703BE3F-16A5-9C69-564C-364A02F8301E}"/>
              </a:ext>
            </a:extLst>
          </p:cNvPr>
          <p:cNvSpPr>
            <a:spLocks noGrp="1"/>
          </p:cNvSpPr>
          <p:nvPr>
            <p:ph type="title"/>
          </p:nvPr>
        </p:nvSpPr>
        <p:spPr/>
        <p:txBody>
          <a:bodyPr/>
          <a:lstStyle/>
          <a:p>
            <a:r>
              <a:rPr lang="ar-EG" dirty="0">
                <a:ln w="0"/>
                <a:effectLst>
                  <a:outerShdw blurRad="38100" dist="19050" dir="2700000" algn="tl" rotWithShape="0">
                    <a:schemeClr val="dk1">
                      <a:alpha val="40000"/>
                    </a:schemeClr>
                  </a:outerShdw>
                </a:effectLst>
              </a:rPr>
              <a:t>سنن الترمذي - ت بشار ( 2377 )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أبواب الزهد عن رسول الله ﷺ</a:t>
            </a:r>
          </a:p>
        </p:txBody>
      </p:sp>
      <p:sp>
        <p:nvSpPr>
          <p:cNvPr id="3" name="عنصر نائب للمحتوى 2">
            <a:extLst>
              <a:ext uri="{FF2B5EF4-FFF2-40B4-BE49-F238E27FC236}">
                <a16:creationId xmlns:a16="http://schemas.microsoft.com/office/drawing/2014/main" id="{403636C4-FF3A-9F62-476A-2CEC284C2D99}"/>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عَنْ عَبْدِ اللهِ قَالَ: نَامَ رَسُولُ اللهِ ﷺ عَلَى حَصِيرٍ ، </a:t>
            </a:r>
          </a:p>
          <a:p>
            <a:pPr marL="0" indent="0" algn="ctr">
              <a:lnSpc>
                <a:spcPct val="150000"/>
              </a:lnSpc>
              <a:buNone/>
            </a:pPr>
            <a:r>
              <a:rPr lang="ar-EG" sz="4400" dirty="0">
                <a:ln w="0"/>
                <a:effectLst>
                  <a:outerShdw blurRad="38100" dist="19050" dir="2700000" algn="tl" rotWithShape="0">
                    <a:schemeClr val="dk1">
                      <a:alpha val="40000"/>
                    </a:schemeClr>
                  </a:outerShdw>
                </a:effectLst>
              </a:rPr>
              <a:t>فَقَامَ وَقَدْ أَثَّرَ فِي جَنْبِهِ ، </a:t>
            </a:r>
          </a:p>
          <a:p>
            <a:pPr marL="0" indent="0" algn="ctr">
              <a:lnSpc>
                <a:spcPct val="150000"/>
              </a:lnSpc>
              <a:buNone/>
            </a:pPr>
            <a:r>
              <a:rPr lang="ar-EG" sz="4400" dirty="0">
                <a:ln w="0"/>
                <a:effectLst>
                  <a:outerShdw blurRad="38100" dist="19050" dir="2700000" algn="tl" rotWithShape="0">
                    <a:schemeClr val="dk1">
                      <a:alpha val="40000"/>
                    </a:schemeClr>
                  </a:outerShdw>
                </a:effectLst>
              </a:rPr>
              <a:t>فَقُلْنَا: يَا رَسُولَ اللهِ لَوِ اتَّخَذْنَا لَكَ وِطَاءً </a:t>
            </a:r>
          </a:p>
          <a:p>
            <a:pPr marL="0" indent="0" algn="ctr">
              <a:lnSpc>
                <a:spcPct val="150000"/>
              </a:lnSpc>
              <a:buNone/>
            </a:pPr>
            <a:r>
              <a:rPr lang="ar-EG" sz="4400" dirty="0">
                <a:ln w="0"/>
                <a:effectLst>
                  <a:outerShdw blurRad="38100" dist="19050" dir="2700000" algn="tl" rotWithShape="0">
                    <a:schemeClr val="dk1">
                      <a:alpha val="40000"/>
                    </a:schemeClr>
                  </a:outerShdw>
                </a:effectLst>
              </a:rPr>
              <a:t>فَقَالَ: مَا لِي وَلِلدُّنْيَا ، </a:t>
            </a:r>
          </a:p>
          <a:p>
            <a:pPr marL="0" indent="0" algn="ctr">
              <a:lnSpc>
                <a:spcPct val="150000"/>
              </a:lnSpc>
              <a:buNone/>
            </a:pPr>
            <a:r>
              <a:rPr lang="ar-EG" sz="4400" dirty="0">
                <a:ln w="0"/>
                <a:effectLst>
                  <a:outerShdw blurRad="38100" dist="19050" dir="2700000" algn="tl" rotWithShape="0">
                    <a:schemeClr val="dk1">
                      <a:alpha val="40000"/>
                    </a:schemeClr>
                  </a:outerShdw>
                </a:effectLst>
              </a:rPr>
              <a:t>مَا أَنَا فِي الدُّنْيَا إِلَّا كَرَاكِبٍ اسْتَظَلَّ تَحْتَ شَجَرَةٍ</a:t>
            </a:r>
          </a:p>
          <a:p>
            <a:pPr marL="0" indent="0" algn="ctr">
              <a:lnSpc>
                <a:spcPct val="150000"/>
              </a:lnSpc>
              <a:buNone/>
            </a:pPr>
            <a:r>
              <a:rPr lang="ar-EG" sz="4400" dirty="0">
                <a:ln w="0"/>
                <a:effectLst>
                  <a:outerShdw blurRad="38100" dist="19050" dir="2700000" algn="tl" rotWithShape="0">
                    <a:schemeClr val="dk1">
                      <a:alpha val="40000"/>
                    </a:schemeClr>
                  </a:outerShdw>
                </a:effectLst>
              </a:rPr>
              <a:t>ثُمَّ رَاحَ وَتَرَكَهَا .</a:t>
            </a:r>
          </a:p>
        </p:txBody>
      </p:sp>
    </p:spTree>
    <p:extLst>
      <p:ext uri="{BB962C8B-B14F-4D97-AF65-F5344CB8AC3E}">
        <p14:creationId xmlns:p14="http://schemas.microsoft.com/office/powerpoint/2010/main" val="2180983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5B6975D5-9E6E-3559-01F0-8373EC4C13E3}"/>
              </a:ext>
            </a:extLst>
          </p:cNvPr>
          <p:cNvSpPr>
            <a:spLocks noGrp="1"/>
          </p:cNvSpPr>
          <p:nvPr>
            <p:ph type="title"/>
          </p:nvPr>
        </p:nvSpPr>
        <p:spPr>
          <a:xfrm>
            <a:off x="736859" y="2692444"/>
            <a:ext cx="9314796" cy="4492401"/>
          </a:xfrm>
        </p:spPr>
        <p:txBody>
          <a:bodyPr/>
          <a:lstStyle/>
          <a:p>
            <a:r>
              <a:rPr lang="ar-EG" dirty="0"/>
              <a:t>الحديث الثامن</a:t>
            </a:r>
          </a:p>
        </p:txBody>
      </p:sp>
      <p:sp>
        <p:nvSpPr>
          <p:cNvPr id="11" name="عنصر نائب للنص 10">
            <a:extLst>
              <a:ext uri="{FF2B5EF4-FFF2-40B4-BE49-F238E27FC236}">
                <a16:creationId xmlns:a16="http://schemas.microsoft.com/office/drawing/2014/main" id="{FB4056F5-B4B7-6682-C7EA-53BD4CD2B75E}"/>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40285887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28CA0EFA-F246-CBF7-B429-BAF27FF828D7}"/>
              </a:ext>
            </a:extLst>
          </p:cNvPr>
          <p:cNvSpPr>
            <a:spLocks noGrp="1"/>
          </p:cNvSpPr>
          <p:nvPr>
            <p:ph type="title"/>
          </p:nvPr>
        </p:nvSpPr>
        <p:spPr/>
        <p:txBody>
          <a:bodyPr>
            <a:normAutofit fontScale="90000"/>
          </a:bodyPr>
          <a:lstStyle/>
          <a:p>
            <a:r>
              <a:rPr lang="ar-EG" dirty="0">
                <a:ln w="0"/>
                <a:effectLst>
                  <a:outerShdw blurRad="38100" dist="19050" dir="2700000" algn="tl" rotWithShape="0">
                    <a:schemeClr val="dk1">
                      <a:alpha val="40000"/>
                    </a:schemeClr>
                  </a:outerShdw>
                </a:effectLst>
              </a:rPr>
              <a:t>صحيح البخاري – ط السلطانية ( 5191 )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كتاب النكاح ، باب موعظة الرجل ابنته لحال زوجها</a:t>
            </a:r>
          </a:p>
        </p:txBody>
      </p:sp>
      <p:sp>
        <p:nvSpPr>
          <p:cNvPr id="3" name="عنصر نائب للمحتوى 2">
            <a:extLst>
              <a:ext uri="{FF2B5EF4-FFF2-40B4-BE49-F238E27FC236}">
                <a16:creationId xmlns:a16="http://schemas.microsoft.com/office/drawing/2014/main" id="{2A6F8DAC-15AA-D1B6-357B-25B1084C83E6}"/>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SA" sz="4400" dirty="0">
                <a:ln w="0"/>
                <a:effectLst>
                  <a:outerShdw blurRad="38100" dist="19050" dir="2700000" algn="tl" rotWithShape="0">
                    <a:schemeClr val="dk1">
                      <a:alpha val="40000"/>
                    </a:schemeClr>
                  </a:outerShdw>
                </a:effectLst>
              </a:rPr>
              <a:t>من حديث عمر بن الخطاب -: </a:t>
            </a:r>
            <a:endParaRPr lang="ar-EG" sz="4400" dirty="0">
              <a:ln w="0"/>
              <a:effectLst>
                <a:outerShdw blurRad="38100" dist="19050" dir="2700000" algn="tl" rotWithShape="0">
                  <a:schemeClr val="dk1">
                    <a:alpha val="40000"/>
                  </a:schemeClr>
                </a:outerShdw>
              </a:effectLst>
            </a:endParaRPr>
          </a:p>
          <a:p>
            <a:pPr marL="0" indent="0" algn="ctr">
              <a:lnSpc>
                <a:spcPct val="150000"/>
              </a:lnSpc>
              <a:buNone/>
            </a:pPr>
            <a:r>
              <a:rPr lang="ar-SA" sz="4400" dirty="0">
                <a:ln w="0"/>
                <a:effectLst>
                  <a:outerShdw blurRad="38100" dist="19050" dir="2700000" algn="tl" rotWithShape="0">
                    <a:schemeClr val="dk1">
                      <a:alpha val="40000"/>
                    </a:schemeClr>
                  </a:outerShdw>
                </a:effectLst>
              </a:rPr>
              <a:t>( ... فَدَخَلْتُ عَلَيْهِ ، فَإِذَا هُوَ مُضْطَجِعٌ عَلَى رِمَالِ حَصِيرٍ لَيْسَ بَيْنَهُ وَبَيْنَهُ فِرَاشٌ ، قَدْ أَثَّرَ الرِّمَالُ بِجَنْبِهِ ، </a:t>
            </a:r>
            <a:endParaRPr lang="ar-EG" sz="4400" dirty="0">
              <a:ln w="0"/>
              <a:effectLst>
                <a:outerShdw blurRad="38100" dist="19050" dir="2700000" algn="tl" rotWithShape="0">
                  <a:schemeClr val="dk1">
                    <a:alpha val="40000"/>
                  </a:schemeClr>
                </a:outerShdw>
              </a:effectLst>
            </a:endParaRPr>
          </a:p>
          <a:p>
            <a:pPr marL="0" indent="0" algn="ctr">
              <a:lnSpc>
                <a:spcPct val="150000"/>
              </a:lnSpc>
              <a:buNone/>
            </a:pPr>
            <a:r>
              <a:rPr lang="ar-SA" sz="4400" dirty="0">
                <a:ln w="0"/>
                <a:effectLst>
                  <a:outerShdw blurRad="38100" dist="19050" dir="2700000" algn="tl" rotWithShape="0">
                    <a:schemeClr val="dk1">
                      <a:alpha val="40000"/>
                    </a:schemeClr>
                  </a:outerShdw>
                </a:effectLst>
              </a:rPr>
              <a:t>مُتَّكِئٌ عَلَى وِسَادَةٍ مِنْ أَدَمٍ حَشْوُهَا لِيفٌ )</a:t>
            </a:r>
            <a:endParaRPr lang="ar-EG"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40528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100D1B28-41EA-97CA-1B41-6C24F4E4286C}"/>
              </a:ext>
            </a:extLst>
          </p:cNvPr>
          <p:cNvSpPr>
            <a:spLocks noGrp="1"/>
          </p:cNvSpPr>
          <p:nvPr>
            <p:ph type="title"/>
          </p:nvPr>
        </p:nvSpPr>
        <p:spPr/>
        <p:txBody>
          <a:bodyPr/>
          <a:lstStyle/>
          <a:p>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صحيح البخاري – ط السلطانية ( 5191 )</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كتاب النكاح ، باب موعظة الرجل ابنته لحال زوجها</a:t>
            </a:r>
            <a:endParaRPr lang="ar-EG" dirty="0"/>
          </a:p>
        </p:txBody>
      </p:sp>
      <p:sp>
        <p:nvSpPr>
          <p:cNvPr id="3" name="عنصر نائب للمحتوى 2">
            <a:extLst>
              <a:ext uri="{FF2B5EF4-FFF2-40B4-BE49-F238E27FC236}">
                <a16:creationId xmlns:a16="http://schemas.microsoft.com/office/drawing/2014/main" id="{2A6F8DAC-15AA-D1B6-357B-25B1084C83E6}"/>
              </a:ext>
            </a:extLst>
          </p:cNvPr>
          <p:cNvSpPr>
            <a:spLocks noGrp="1"/>
          </p:cNvSpPr>
          <p:nvPr>
            <p:ph idx="1"/>
          </p:nvPr>
        </p:nvSpPr>
        <p:spPr>
          <a:xfrm>
            <a:off x="742484" y="2874937"/>
            <a:ext cx="9314796" cy="6852350"/>
          </a:xfrm>
        </p:spPr>
        <p:txBody>
          <a:bodyPr>
            <a:noAutofit/>
          </a:bodyPr>
          <a:lstStyle/>
          <a:p>
            <a:pPr marL="0" indent="0" algn="ctr">
              <a:lnSpc>
                <a:spcPct val="100000"/>
              </a:lnSpc>
              <a:buNone/>
            </a:pPr>
            <a:r>
              <a:rPr lang="ar-SA" sz="4400" dirty="0">
                <a:ln w="0"/>
                <a:effectLst>
                  <a:outerShdw blurRad="38100" dist="19050" dir="2700000" algn="tl" rotWithShape="0">
                    <a:schemeClr val="dk1">
                      <a:alpha val="40000"/>
                    </a:schemeClr>
                  </a:outerShdw>
                </a:effectLst>
              </a:rPr>
              <a:t>من حديث عمر بن الخطاب -: </a:t>
            </a:r>
            <a:endParaRPr lang="ar-EG" sz="4400" dirty="0">
              <a:ln w="0"/>
              <a:effectLst>
                <a:outerShdw blurRad="38100" dist="19050" dir="2700000" algn="tl" rotWithShape="0">
                  <a:schemeClr val="dk1">
                    <a:alpha val="40000"/>
                  </a:schemeClr>
                </a:outerShdw>
              </a:effectLst>
            </a:endParaRPr>
          </a:p>
          <a:p>
            <a:pPr marL="0" indent="0" algn="ctr">
              <a:lnSpc>
                <a:spcPct val="100000"/>
              </a:lnSpc>
              <a:buNone/>
            </a:pPr>
            <a:r>
              <a:rPr lang="ar-SA" sz="4400" dirty="0">
                <a:ln w="0"/>
                <a:effectLst>
                  <a:outerShdw blurRad="38100" dist="19050" dir="2700000" algn="tl" rotWithShape="0">
                    <a:schemeClr val="dk1">
                      <a:alpha val="40000"/>
                    </a:schemeClr>
                  </a:outerShdw>
                </a:effectLst>
              </a:rPr>
              <a:t>( ... فَجَلَسْتُ حِينَ رَأَيْتُهُ تَبَسَّمَ ، </a:t>
            </a:r>
            <a:endParaRPr lang="ar-EG" sz="4400" dirty="0">
              <a:ln w="0"/>
              <a:effectLst>
                <a:outerShdw blurRad="38100" dist="19050" dir="2700000" algn="tl" rotWithShape="0">
                  <a:schemeClr val="dk1">
                    <a:alpha val="40000"/>
                  </a:schemeClr>
                </a:outerShdw>
              </a:effectLst>
            </a:endParaRPr>
          </a:p>
          <a:p>
            <a:pPr marL="0" indent="0" algn="ctr">
              <a:lnSpc>
                <a:spcPct val="100000"/>
              </a:lnSpc>
              <a:buNone/>
            </a:pPr>
            <a:r>
              <a:rPr lang="ar-SA" sz="4400" dirty="0">
                <a:ln w="0"/>
                <a:effectLst>
                  <a:outerShdw blurRad="38100" dist="19050" dir="2700000" algn="tl" rotWithShape="0">
                    <a:schemeClr val="dk1">
                      <a:alpha val="40000"/>
                    </a:schemeClr>
                  </a:outerShdw>
                </a:effectLst>
              </a:rPr>
              <a:t>فَرَفَعْتُ بَصَرِي فِي بَيْتِهِ ، </a:t>
            </a:r>
            <a:endParaRPr lang="ar-EG" sz="4400" dirty="0">
              <a:ln w="0"/>
              <a:effectLst>
                <a:outerShdw blurRad="38100" dist="19050" dir="2700000" algn="tl" rotWithShape="0">
                  <a:schemeClr val="dk1">
                    <a:alpha val="40000"/>
                  </a:schemeClr>
                </a:outerShdw>
              </a:effectLst>
            </a:endParaRPr>
          </a:p>
          <a:p>
            <a:pPr marL="0" indent="0" algn="ctr">
              <a:lnSpc>
                <a:spcPct val="100000"/>
              </a:lnSpc>
              <a:buNone/>
            </a:pPr>
            <a:r>
              <a:rPr lang="ar-SA" sz="4400" dirty="0">
                <a:ln w="0"/>
                <a:effectLst>
                  <a:outerShdw blurRad="38100" dist="19050" dir="2700000" algn="tl" rotWithShape="0">
                    <a:schemeClr val="dk1">
                      <a:alpha val="40000"/>
                    </a:schemeClr>
                  </a:outerShdw>
                </a:effectLst>
              </a:rPr>
              <a:t>فَوَاللهِ مَا رَأَيْتُ فِي بَيْتِهِ شَيْئًا يَرُدُّ الْبَصَرَ غَيْرَ أَهَبَةٍ ثَلَاثَةٍ ،</a:t>
            </a:r>
            <a:r>
              <a:rPr lang="ar-EG" sz="4400" dirty="0">
                <a:ln w="0"/>
                <a:effectLst>
                  <a:outerShdw blurRad="38100" dist="19050" dir="2700000" algn="tl" rotWithShape="0">
                    <a:schemeClr val="dk1">
                      <a:alpha val="40000"/>
                    </a:schemeClr>
                  </a:outerShdw>
                </a:effectLst>
              </a:rPr>
              <a:t> </a:t>
            </a:r>
            <a:r>
              <a:rPr lang="ar-SA" sz="4400" dirty="0">
                <a:ln w="0"/>
                <a:effectLst>
                  <a:outerShdw blurRad="38100" dist="19050" dir="2700000" algn="tl" rotWithShape="0">
                    <a:schemeClr val="dk1">
                      <a:alpha val="40000"/>
                    </a:schemeClr>
                  </a:outerShdw>
                </a:effectLst>
              </a:rPr>
              <a:t>فَقُلْتُ: يَا رَسُولَ اللهِ ، ادْعُ اللهَ فَلْيُوَسِّعْ عَلَى أُمَّتِكَ ، </a:t>
            </a:r>
            <a:endParaRPr lang="ar-EG" sz="4400" dirty="0">
              <a:ln w="0"/>
              <a:effectLst>
                <a:outerShdw blurRad="38100" dist="19050" dir="2700000" algn="tl" rotWithShape="0">
                  <a:schemeClr val="dk1">
                    <a:alpha val="40000"/>
                  </a:schemeClr>
                </a:outerShdw>
              </a:effectLst>
            </a:endParaRPr>
          </a:p>
          <a:p>
            <a:pPr marL="0" indent="0" algn="ctr">
              <a:lnSpc>
                <a:spcPct val="100000"/>
              </a:lnSpc>
              <a:buNone/>
            </a:pPr>
            <a:r>
              <a:rPr lang="ar-SA" sz="4400" dirty="0">
                <a:ln w="0"/>
                <a:effectLst>
                  <a:outerShdw blurRad="38100" dist="19050" dir="2700000" algn="tl" rotWithShape="0">
                    <a:schemeClr val="dk1">
                      <a:alpha val="40000"/>
                    </a:schemeClr>
                  </a:outerShdw>
                </a:effectLst>
              </a:rPr>
              <a:t>فَإِنَّ فَارِسَ وَالرُّومَ قَدْ وُسِّعَ عَلَيْهِمْ </a:t>
            </a:r>
            <a:endParaRPr lang="ar-EG" sz="4400" dirty="0">
              <a:ln w="0"/>
              <a:effectLst>
                <a:outerShdw blurRad="38100" dist="19050" dir="2700000" algn="tl" rotWithShape="0">
                  <a:schemeClr val="dk1">
                    <a:alpha val="40000"/>
                  </a:schemeClr>
                </a:outerShdw>
              </a:effectLst>
            </a:endParaRPr>
          </a:p>
          <a:p>
            <a:pPr marL="0" indent="0" algn="ctr">
              <a:lnSpc>
                <a:spcPct val="100000"/>
              </a:lnSpc>
              <a:buNone/>
            </a:pPr>
            <a:r>
              <a:rPr lang="ar-SA" sz="4400" dirty="0">
                <a:ln w="0"/>
                <a:effectLst>
                  <a:outerShdw blurRad="38100" dist="19050" dir="2700000" algn="tl" rotWithShape="0">
                    <a:schemeClr val="dk1">
                      <a:alpha val="40000"/>
                    </a:schemeClr>
                  </a:outerShdw>
                </a:effectLst>
              </a:rPr>
              <a:t>وَأُعْطُوا الدُّنْيَا وَهُمْ لَا يَعْبُدُونَ اللهَ ،</a:t>
            </a:r>
            <a:r>
              <a:rPr lang="ar-EG" sz="4400" dirty="0">
                <a:ln w="0"/>
                <a:effectLst>
                  <a:outerShdw blurRad="38100" dist="19050" dir="2700000" algn="tl" rotWithShape="0">
                    <a:schemeClr val="dk1">
                      <a:alpha val="40000"/>
                    </a:schemeClr>
                  </a:outerShdw>
                </a:effectLst>
              </a:rPr>
              <a:t>... )</a:t>
            </a:r>
          </a:p>
        </p:txBody>
      </p:sp>
    </p:spTree>
    <p:extLst>
      <p:ext uri="{BB962C8B-B14F-4D97-AF65-F5344CB8AC3E}">
        <p14:creationId xmlns:p14="http://schemas.microsoft.com/office/powerpoint/2010/main" val="16287977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100D1B28-41EA-97CA-1B41-6C24F4E4286C}"/>
              </a:ext>
            </a:extLst>
          </p:cNvPr>
          <p:cNvSpPr>
            <a:spLocks noGrp="1"/>
          </p:cNvSpPr>
          <p:nvPr>
            <p:ph type="title"/>
          </p:nvPr>
        </p:nvSpPr>
        <p:spPr/>
        <p:txBody>
          <a:bodyPr/>
          <a:lstStyle/>
          <a:p>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صحيح البخاري – ط السلطانية ( 5191 )</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كتاب النكاح ، باب موعظة الرجل ابنته لحال زوجها</a:t>
            </a:r>
            <a:endParaRPr lang="ar-EG" dirty="0"/>
          </a:p>
        </p:txBody>
      </p:sp>
      <p:sp>
        <p:nvSpPr>
          <p:cNvPr id="3" name="عنصر نائب للمحتوى 2">
            <a:extLst>
              <a:ext uri="{FF2B5EF4-FFF2-40B4-BE49-F238E27FC236}">
                <a16:creationId xmlns:a16="http://schemas.microsoft.com/office/drawing/2014/main" id="{2A6F8DAC-15AA-D1B6-357B-25B1084C83E6}"/>
              </a:ext>
            </a:extLst>
          </p:cNvPr>
          <p:cNvSpPr>
            <a:spLocks noGrp="1"/>
          </p:cNvSpPr>
          <p:nvPr>
            <p:ph idx="1"/>
          </p:nvPr>
        </p:nvSpPr>
        <p:spPr>
          <a:xfrm>
            <a:off x="742484" y="2874937"/>
            <a:ext cx="9314796" cy="6852350"/>
          </a:xfrm>
        </p:spPr>
        <p:txBody>
          <a:bodyPr>
            <a:noAutofit/>
          </a:bodyPr>
          <a:lstStyle/>
          <a:p>
            <a:pPr marL="0" indent="0" algn="ctr">
              <a:lnSpc>
                <a:spcPct val="100000"/>
              </a:lnSpc>
              <a:buNone/>
            </a:pPr>
            <a:r>
              <a:rPr lang="ar-SA" sz="4400" dirty="0">
                <a:ln w="0"/>
                <a:effectLst>
                  <a:outerShdw blurRad="38100" dist="19050" dir="2700000" algn="tl" rotWithShape="0">
                    <a:schemeClr val="dk1">
                      <a:alpha val="40000"/>
                    </a:schemeClr>
                  </a:outerShdw>
                </a:effectLst>
              </a:rPr>
              <a:t>من حديث عمر بن الخطاب -: </a:t>
            </a:r>
            <a:endParaRPr lang="ar-EG" sz="4400" dirty="0">
              <a:ln w="0"/>
              <a:effectLst>
                <a:outerShdw blurRad="38100" dist="19050" dir="2700000" algn="tl" rotWithShape="0">
                  <a:schemeClr val="dk1">
                    <a:alpha val="40000"/>
                  </a:schemeClr>
                </a:outerShdw>
              </a:effectLst>
            </a:endParaRPr>
          </a:p>
          <a:p>
            <a:pPr marL="0" indent="0" algn="ctr">
              <a:lnSpc>
                <a:spcPct val="100000"/>
              </a:lnSpc>
              <a:buNone/>
            </a:pPr>
            <a:r>
              <a:rPr lang="ar-SA" sz="4400" dirty="0">
                <a:ln w="0"/>
                <a:effectLst>
                  <a:outerShdw blurRad="38100" dist="19050" dir="2700000" algn="tl" rotWithShape="0">
                    <a:schemeClr val="dk1">
                      <a:alpha val="40000"/>
                    </a:schemeClr>
                  </a:outerShdw>
                </a:effectLst>
              </a:rPr>
              <a:t>( ... فَجَلَسَ النَّبِيُّ ﷺ وَكَانَ مُتَّكِئًا ، </a:t>
            </a:r>
            <a:endParaRPr lang="ar-EG" sz="4400" dirty="0">
              <a:ln w="0"/>
              <a:effectLst>
                <a:outerShdw blurRad="38100" dist="19050" dir="2700000" algn="tl" rotWithShape="0">
                  <a:schemeClr val="dk1">
                    <a:alpha val="40000"/>
                  </a:schemeClr>
                </a:outerShdw>
              </a:effectLst>
            </a:endParaRPr>
          </a:p>
          <a:p>
            <a:pPr marL="0" indent="0" algn="ctr">
              <a:lnSpc>
                <a:spcPct val="100000"/>
              </a:lnSpc>
              <a:buNone/>
            </a:pPr>
            <a:r>
              <a:rPr lang="ar-SA" sz="4400" dirty="0">
                <a:ln w="0"/>
                <a:effectLst>
                  <a:outerShdw blurRad="38100" dist="19050" dir="2700000" algn="tl" rotWithShape="0">
                    <a:schemeClr val="dk1">
                      <a:alpha val="40000"/>
                    </a:schemeClr>
                  </a:outerShdw>
                </a:effectLst>
              </a:rPr>
              <a:t>فَقَالَ: أَوَفِي هَذَا أَنْتَ يَا ابْنَ الْخَطَّابِ؟ </a:t>
            </a:r>
            <a:endParaRPr lang="ar-EG" sz="4400" dirty="0">
              <a:ln w="0"/>
              <a:effectLst>
                <a:outerShdw blurRad="38100" dist="19050" dir="2700000" algn="tl" rotWithShape="0">
                  <a:schemeClr val="dk1">
                    <a:alpha val="40000"/>
                  </a:schemeClr>
                </a:outerShdw>
              </a:effectLst>
            </a:endParaRPr>
          </a:p>
          <a:p>
            <a:pPr marL="0" indent="0" algn="ctr">
              <a:lnSpc>
                <a:spcPct val="100000"/>
              </a:lnSpc>
              <a:buNone/>
            </a:pPr>
            <a:r>
              <a:rPr lang="ar-SA" sz="4400" dirty="0">
                <a:ln w="0"/>
                <a:effectLst>
                  <a:outerShdw blurRad="38100" dist="19050" dir="2700000" algn="tl" rotWithShape="0">
                    <a:schemeClr val="dk1">
                      <a:alpha val="40000"/>
                    </a:schemeClr>
                  </a:outerShdw>
                </a:effectLst>
              </a:rPr>
              <a:t>إِنَّ أُولَئِكَ قَوْمٌ عُجِّلُوا </a:t>
            </a:r>
            <a:r>
              <a:rPr lang="ar-SA" sz="4400" dirty="0" err="1">
                <a:ln w="0"/>
                <a:effectLst>
                  <a:outerShdw blurRad="38100" dist="19050" dir="2700000" algn="tl" rotWithShape="0">
                    <a:schemeClr val="dk1">
                      <a:alpha val="40000"/>
                    </a:schemeClr>
                  </a:outerShdw>
                </a:effectLst>
              </a:rPr>
              <a:t>طَيِّبَاتِهِمْ</a:t>
            </a:r>
            <a:r>
              <a:rPr lang="ar-SA" sz="4400" dirty="0">
                <a:ln w="0"/>
                <a:effectLst>
                  <a:outerShdw blurRad="38100" dist="19050" dir="2700000" algn="tl" rotWithShape="0">
                    <a:schemeClr val="dk1">
                      <a:alpha val="40000"/>
                    </a:schemeClr>
                  </a:outerShdw>
                </a:effectLst>
              </a:rPr>
              <a:t> فِي الْحَيَاةِ الدُّنْيَا . </a:t>
            </a:r>
            <a:endParaRPr lang="ar-EG" sz="4400" dirty="0">
              <a:ln w="0"/>
              <a:effectLst>
                <a:outerShdw blurRad="38100" dist="19050" dir="2700000" algn="tl" rotWithShape="0">
                  <a:schemeClr val="dk1">
                    <a:alpha val="40000"/>
                  </a:schemeClr>
                </a:outerShdw>
              </a:effectLst>
            </a:endParaRPr>
          </a:p>
          <a:p>
            <a:pPr marL="0" indent="0" algn="ctr">
              <a:lnSpc>
                <a:spcPct val="100000"/>
              </a:lnSpc>
              <a:buNone/>
            </a:pPr>
            <a:r>
              <a:rPr lang="ar-SA" sz="4400" dirty="0">
                <a:ln w="0"/>
                <a:effectLst>
                  <a:outerShdw blurRad="38100" dist="19050" dir="2700000" algn="tl" rotWithShape="0">
                    <a:schemeClr val="dk1">
                      <a:alpha val="40000"/>
                    </a:schemeClr>
                  </a:outerShdw>
                </a:effectLst>
              </a:rPr>
              <a:t>فَقُلْتُ: يَا رَسُولَ اللهِ ، اسْتَغْفِرْ لِي. )</a:t>
            </a:r>
            <a:endParaRPr lang="ar-EG"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997252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E29FBFC-5092-A33E-1DFF-6D6CA23195B3}"/>
              </a:ext>
            </a:extLst>
          </p:cNvPr>
          <p:cNvSpPr>
            <a:spLocks noGrp="1"/>
          </p:cNvSpPr>
          <p:nvPr>
            <p:ph type="title"/>
          </p:nvPr>
        </p:nvSpPr>
        <p:spPr>
          <a:xfrm>
            <a:off x="736859" y="2692444"/>
            <a:ext cx="9314796" cy="4492401"/>
          </a:xfrm>
        </p:spPr>
        <p:txBody>
          <a:bodyPr/>
          <a:lstStyle/>
          <a:p>
            <a:r>
              <a:rPr lang="ar-EG" dirty="0"/>
              <a:t>الحديث التاسع</a:t>
            </a:r>
          </a:p>
        </p:txBody>
      </p:sp>
      <p:sp>
        <p:nvSpPr>
          <p:cNvPr id="11" name="عنصر نائب للنص 10">
            <a:extLst>
              <a:ext uri="{FF2B5EF4-FFF2-40B4-BE49-F238E27FC236}">
                <a16:creationId xmlns:a16="http://schemas.microsoft.com/office/drawing/2014/main" id="{805E44F0-28D8-F67B-FAB8-6516E0CCC4E4}"/>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3892674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D4FF1C09-E323-589F-DF92-95DBFD93100C}"/>
              </a:ext>
            </a:extLst>
          </p:cNvPr>
          <p:cNvSpPr>
            <a:spLocks noGrp="1"/>
          </p:cNvSpPr>
          <p:nvPr>
            <p:ph type="title"/>
          </p:nvPr>
        </p:nvSpPr>
        <p:spPr/>
        <p:txBody>
          <a:bodyPr>
            <a:normAutofit fontScale="90000"/>
          </a:bodyPr>
          <a:lstStyle/>
          <a:p>
            <a:r>
              <a:rPr lang="ar-EG" dirty="0">
                <a:ln w="0"/>
                <a:effectLst>
                  <a:outerShdw blurRad="38100" dist="19050" dir="2700000" algn="tl" rotWithShape="0">
                    <a:schemeClr val="dk1">
                      <a:alpha val="40000"/>
                    </a:schemeClr>
                  </a:outerShdw>
                </a:effectLst>
              </a:rPr>
              <a:t>صحيح مسلم – ط التركية ( 2038 )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كتاب الْأشربة ، باب جواز استتباعه غيره إلى دار من يثق برضاه بذلك</a:t>
            </a:r>
          </a:p>
        </p:txBody>
      </p:sp>
      <p:sp>
        <p:nvSpPr>
          <p:cNvPr id="3" name="عنصر نائب للمحتوى 2">
            <a:extLst>
              <a:ext uri="{FF2B5EF4-FFF2-40B4-BE49-F238E27FC236}">
                <a16:creationId xmlns:a16="http://schemas.microsoft.com/office/drawing/2014/main" id="{6B23F698-3081-9749-5BE6-A71E00571FF9}"/>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عَنْ أَبِي هُرَيْرَةَ قَالَ: خَرَجَ رَسُولُ اللهِ ﷺ ذَاتَ يَوْمٍ أَوْ لَيْلَةٍ ، فَإِذَا هُوَ بِأَبِي بَكْرٍ ، وَعُمَرَ فَقَالَ: مَا أَخْرَجَكُمَا مِنْ بُيُوتِكُمَا هَذِهِ السَّاعَةَ؟ . قَالَا: الْجُوعُ يَا رَسُولَ اللهِ. قَالَ: وَأَنَا وَالَّذِي نَفْسِي بِيَدِهِ ، لَأَخْرَجَنِي الَّذِي أَخْرَجَكُمَا ، قُومُوا . </a:t>
            </a:r>
            <a:endParaRPr lang="ar-SA"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362865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73337A56-D3E3-F551-3DA7-4649BFA02EF9}"/>
              </a:ext>
            </a:extLst>
          </p:cNvPr>
          <p:cNvSpPr>
            <a:spLocks noGrp="1"/>
          </p:cNvSpPr>
          <p:nvPr>
            <p:ph type="title"/>
          </p:nvPr>
        </p:nvSpPr>
        <p:spPr/>
        <p:txBody>
          <a:bodyPr/>
          <a:lstStyle/>
          <a:p>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صحيح مسلم – ط التركية ( 2038 )</a:t>
            </a:r>
            <a:b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br>
            <a:r>
              <a:rPr kumimoji="0" lang="ar-EG" sz="47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Sakkal Majalla"/>
                <a:ea typeface="+mj-ea"/>
                <a:cs typeface="Sakkal Majalla"/>
              </a:rPr>
              <a:t>كتاب الْأشربة ، باب جواز استتباعه غيره إلى دار من يثق برضاه بذلك</a:t>
            </a:r>
            <a:endParaRPr lang="ar-EG" dirty="0"/>
          </a:p>
        </p:txBody>
      </p:sp>
      <p:sp>
        <p:nvSpPr>
          <p:cNvPr id="3" name="عنصر نائب للمحتوى 2">
            <a:extLst>
              <a:ext uri="{FF2B5EF4-FFF2-40B4-BE49-F238E27FC236}">
                <a16:creationId xmlns:a16="http://schemas.microsoft.com/office/drawing/2014/main" id="{6B23F698-3081-9749-5BE6-A71E00571FF9}"/>
              </a:ext>
            </a:extLst>
          </p:cNvPr>
          <p:cNvSpPr>
            <a:spLocks noGrp="1"/>
          </p:cNvSpPr>
          <p:nvPr>
            <p:ph idx="1"/>
          </p:nvPr>
        </p:nvSpPr>
        <p:spPr>
          <a:xfrm>
            <a:off x="742484" y="2874937"/>
            <a:ext cx="9314796" cy="6852350"/>
          </a:xfrm>
        </p:spPr>
        <p:txBody>
          <a:bodyPr>
            <a:no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فَقَامُوا مَعَهُ ،</a:t>
            </a:r>
            <a:r>
              <a:rPr lang="ar-SA" sz="4400" dirty="0">
                <a:ln w="0"/>
                <a:effectLst>
                  <a:outerShdw blurRad="38100" dist="19050" dir="2700000" algn="tl" rotWithShape="0">
                    <a:schemeClr val="dk1">
                      <a:alpha val="40000"/>
                    </a:schemeClr>
                  </a:outerShdw>
                </a:effectLst>
              </a:rPr>
              <a:t> </a:t>
            </a:r>
            <a:r>
              <a:rPr lang="ar-EG" sz="4400" dirty="0">
                <a:ln w="0"/>
                <a:effectLst>
                  <a:outerShdw blurRad="38100" dist="19050" dir="2700000" algn="tl" rotWithShape="0">
                    <a:schemeClr val="dk1">
                      <a:alpha val="40000"/>
                    </a:schemeClr>
                  </a:outerShdw>
                </a:effectLst>
              </a:rPr>
              <a:t>فَأَتَى رَجُلًا مِنَ الْأَنْصَارِ فَإِذَا هُوَ لَيْسَ فِي بَيْتِهِ ، فَلَمَّا رَأَتْهُ الْمَرْأَةُ قَالَتْ: مَرْحَبًا وَأَهْلًا ، فَقَالَ لَهَا رَسُولُ اللهِ ﷺ أَيْنَ فُلَانٌ ؟ قَالَتْ: ذَهَبَ يَسْتَعْذِبُ لَنَا مِنَ الْمَاءِ ، إِذْ جَاءَ الْأَنْصَارِيُّ فَنَظَرَ إِلَى رَسُولِ اللهِ ﷺ وَصَاحِبَيْهِ ثُمَّ قَالَ: الْحَمْدُ لِلهِ ، مَا أَحَدٌ الْيَوْمَ أَكْرَمَ أَضْيَافًا مِنِّي. قَالَ: فَانْطَلَقَ فَجَاءَهُمْ بِعِذْقٍ فِيهِ بُسْرٌ وَتَمْرٌ وَرُطَبٌ ، فَقَالَ: كُلُوا مِنْ هَذِهِ. وَأَخَذَ الْمُدْيَةَ فَقَالَ لَهُ رَسُولُ اللهِ ﷺ إِيَّاكَ وَالْحَلُوبَ . </a:t>
            </a:r>
            <a:endParaRPr lang="ar-SA"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2484702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01BE4478-1AB8-1B51-B2E9-F9B6E1EA001D}"/>
              </a:ext>
            </a:extLst>
          </p:cNvPr>
          <p:cNvSpPr>
            <a:spLocks noGrp="1"/>
          </p:cNvSpPr>
          <p:nvPr>
            <p:ph type="title"/>
          </p:nvPr>
        </p:nvSpPr>
        <p:spPr/>
        <p:txBody>
          <a:bodyPr>
            <a:normAutofit fontScale="90000"/>
          </a:bodyPr>
          <a:lstStyle/>
          <a:p>
            <a:r>
              <a:rPr lang="ar-EG" dirty="0">
                <a:ln w="0"/>
                <a:effectLst>
                  <a:outerShdw blurRad="38100" dist="19050" dir="2700000" algn="tl" rotWithShape="0">
                    <a:schemeClr val="dk1">
                      <a:alpha val="40000"/>
                    </a:schemeClr>
                  </a:outerShdw>
                </a:effectLst>
              </a:rPr>
              <a:t>صحيح مسلم – ط التركية ( 2038 )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كتاب الْأشربة ، باب جواز استتباعه غيره إلى دار من يثق برضاه بذلك</a:t>
            </a:r>
          </a:p>
        </p:txBody>
      </p:sp>
      <p:sp>
        <p:nvSpPr>
          <p:cNvPr id="3" name="عنصر نائب للمحتوى 2">
            <a:extLst>
              <a:ext uri="{FF2B5EF4-FFF2-40B4-BE49-F238E27FC236}">
                <a16:creationId xmlns:a16="http://schemas.microsoft.com/office/drawing/2014/main" id="{6B23F698-3081-9749-5BE6-A71E00571FF9}"/>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فَذَبَحَ لَهُمْ فَأَكَلُوا مِنَ الشَّاةِ ، وَمِنْ ذَلِكَ الْعِذْقِ ، وَشَرِبُوا ، فَلَمَّا أَنْ شَبِعُوا وَرَوُوا قَالَ رَسُولُ اللهِ ﷺ لِأَبِي بَكْرٍ ، وَعُمَرَ : وَالَّذِي نَفْسِي بِيَدِهِ ، لَتُسْأَلُنَّ عَنْ هَذَا النَّعِيمِ يَوْمَ الْقِيَامَةِ ، أَخْرَجَكُمْ مِنْ بُيُوتِكُمُ الْجُوعُ ، ثُمَّ لَمْ تَرْجِعُوا حَتَّى أَصَابَكُمْ هَذَا النَّعِيمُ .</a:t>
            </a:r>
          </a:p>
        </p:txBody>
      </p:sp>
    </p:spTree>
    <p:extLst>
      <p:ext uri="{BB962C8B-B14F-4D97-AF65-F5344CB8AC3E}">
        <p14:creationId xmlns:p14="http://schemas.microsoft.com/office/powerpoint/2010/main" val="6246734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AC8B2DA-F307-162E-0427-0413E85FEB12}"/>
              </a:ext>
            </a:extLst>
          </p:cNvPr>
          <p:cNvSpPr>
            <a:spLocks noGrp="1"/>
          </p:cNvSpPr>
          <p:nvPr>
            <p:ph type="title"/>
          </p:nvPr>
        </p:nvSpPr>
        <p:spPr>
          <a:xfrm>
            <a:off x="736859" y="2692444"/>
            <a:ext cx="9314796" cy="4492401"/>
          </a:xfrm>
        </p:spPr>
        <p:txBody>
          <a:bodyPr/>
          <a:lstStyle/>
          <a:p>
            <a:r>
              <a:rPr lang="ar-EG" dirty="0"/>
              <a:t>خليل الله إبراهيم </a:t>
            </a:r>
            <a:r>
              <a:rPr lang="en-GB" dirty="0">
                <a:sym typeface="KFGQPC Arabic Symbols 01" panose="02000000000000000000" pitchFamily="2" charset="2"/>
              </a:rPr>
              <a:t></a:t>
            </a:r>
            <a:r>
              <a:rPr lang="ar-EG" dirty="0"/>
              <a:t> </a:t>
            </a:r>
          </a:p>
        </p:txBody>
      </p:sp>
      <p:sp>
        <p:nvSpPr>
          <p:cNvPr id="11" name="عنصر نائب للنص 10">
            <a:extLst>
              <a:ext uri="{FF2B5EF4-FFF2-40B4-BE49-F238E27FC236}">
                <a16:creationId xmlns:a16="http://schemas.microsoft.com/office/drawing/2014/main" id="{B246D36B-290F-3F18-6B82-336D8CBEB077}"/>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37493733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DEF34A22-D426-9404-0ECB-64F1284551A8}"/>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5276D820-2547-C692-640E-FB428F86E0D6}"/>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ﵟقَالُواْ</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سَمِعۡنَا</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فَتٗى</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يَذۡكُرُهُمۡ</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يُقَالُ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لَهُۥٓ</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إِبۡرَٰهِيمُ</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٦٠ قَالُواْ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فَأۡتُواْ</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بِهِۦ</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عَلَىٰٓ</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أَعۡيُنِ</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ٱلنَّاسِ</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لَعَلَّهُمۡ</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يَشۡهَدُونَ</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٦١ ﵞ</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p>
          <a:p>
            <a:pPr marL="0" indent="0" algn="ctr">
              <a:lnSpc>
                <a:spcPct val="150000"/>
              </a:lnSpc>
              <a:buNone/>
            </a:pP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[الأنبياء: 60-61]  </a:t>
            </a:r>
            <a:endParaRPr lang="en-GB" sz="40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3567740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78A6D71B-5836-F1DD-8ABE-0636C96EE10B}"/>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D73BF59E-7F14-61CD-0AA6-18E722091CA9}"/>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ﵟقَالُواْ</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حَرِّقُوهُ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وَٱنصُرُوٓاْ</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ءَالِهَتَكُمۡ</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كُنتُمۡ</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فَٰعِلِينَ ٦٨ﵞ </a:t>
            </a:r>
          </a:p>
          <a:p>
            <a:pPr marL="0" indent="0" algn="ctr">
              <a:lnSpc>
                <a:spcPct val="150000"/>
              </a:lnSpc>
              <a:buNone/>
            </a:pP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[الأنبياء: 68]  </a:t>
            </a:r>
            <a:endParaRPr lang="en-GB" sz="5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846402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AC8B2DA-F307-162E-0427-0413E85FEB12}"/>
              </a:ext>
            </a:extLst>
          </p:cNvPr>
          <p:cNvSpPr>
            <a:spLocks noGrp="1"/>
          </p:cNvSpPr>
          <p:nvPr>
            <p:ph type="title"/>
          </p:nvPr>
        </p:nvSpPr>
        <p:spPr>
          <a:xfrm>
            <a:off x="736859" y="2692444"/>
            <a:ext cx="9314796" cy="4492401"/>
          </a:xfrm>
        </p:spPr>
        <p:txBody>
          <a:bodyPr/>
          <a:lstStyle/>
          <a:p>
            <a:r>
              <a:rPr lang="ar-EG" dirty="0"/>
              <a:t>نبي الله شعيب </a:t>
            </a:r>
            <a:r>
              <a:rPr lang="en-GB" dirty="0">
                <a:sym typeface="KFGQPC Arabic Symbols 01" panose="02000000000000000000" pitchFamily="2" charset="2"/>
              </a:rPr>
              <a:t></a:t>
            </a:r>
            <a:r>
              <a:rPr lang="ar-EG" dirty="0"/>
              <a:t> </a:t>
            </a:r>
          </a:p>
        </p:txBody>
      </p:sp>
      <p:sp>
        <p:nvSpPr>
          <p:cNvPr id="11" name="عنصر نائب للنص 10">
            <a:extLst>
              <a:ext uri="{FF2B5EF4-FFF2-40B4-BE49-F238E27FC236}">
                <a16:creationId xmlns:a16="http://schemas.microsoft.com/office/drawing/2014/main" id="{20C417C5-0EB8-04CC-3EE4-3FFCCEAB2A71}"/>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38804619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7456C707-85EA-76AD-76BC-1868C4FD260D}"/>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D42AC8B7-0054-0F94-E41D-BB6EC578BEA7}"/>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ﵟقَالُواْ</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يَٰشُعَيۡبُ</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‌مَا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نَفۡقَهُ</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كَثِيرٗا</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مِّمَّا تَقُولُ وَإِنَّا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لَنَرَىٰكَ</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فِينَا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ضَعِيفٗاۖ</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وَلَوۡلَا</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رَهۡطُكَ</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لَرَجَمۡنَٰكَۖ</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وَمَآ</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أَنتَ </a:t>
            </a:r>
            <a:r>
              <a:rPr lang="ar-EG" sz="6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عَلَيۡنَا</a:t>
            </a:r>
            <a:r>
              <a:rPr lang="ar-EG" sz="6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بِعَزِيزٖ ٩١ 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[هود: 91]  </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191134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AC8B2DA-F307-162E-0427-0413E85FEB12}"/>
              </a:ext>
            </a:extLst>
          </p:cNvPr>
          <p:cNvSpPr>
            <a:spLocks noGrp="1"/>
          </p:cNvSpPr>
          <p:nvPr>
            <p:ph type="title"/>
          </p:nvPr>
        </p:nvSpPr>
        <p:spPr>
          <a:xfrm>
            <a:off x="736859" y="2692444"/>
            <a:ext cx="9314796" cy="4492401"/>
          </a:xfrm>
        </p:spPr>
        <p:txBody>
          <a:bodyPr/>
          <a:lstStyle/>
          <a:p>
            <a:r>
              <a:rPr lang="ar-EG" dirty="0"/>
              <a:t>نبي الله يوسف </a:t>
            </a:r>
            <a:r>
              <a:rPr lang="en-GB" dirty="0">
                <a:sym typeface="KFGQPC Arabic Symbols 01" panose="02000000000000000000" pitchFamily="2" charset="2"/>
              </a:rPr>
              <a:t></a:t>
            </a:r>
            <a:r>
              <a:rPr lang="ar-EG" dirty="0"/>
              <a:t> </a:t>
            </a:r>
          </a:p>
        </p:txBody>
      </p:sp>
      <p:sp>
        <p:nvSpPr>
          <p:cNvPr id="11" name="عنصر نائب للنص 10">
            <a:extLst>
              <a:ext uri="{FF2B5EF4-FFF2-40B4-BE49-F238E27FC236}">
                <a16:creationId xmlns:a16="http://schemas.microsoft.com/office/drawing/2014/main" id="{460928C9-69B8-96B9-5C40-7928A73B95BD}"/>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9993015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FCAF37F0-6094-46CA-7862-A704DD54D40E}"/>
              </a:ext>
            </a:extLst>
          </p:cNvPr>
          <p:cNvSpPr>
            <a:spLocks noGrp="1"/>
          </p:cNvSpPr>
          <p:nvPr>
            <p:ph type="title"/>
          </p:nvPr>
        </p:nvSpPr>
        <p:spPr/>
        <p:txBody>
          <a:bodyPr>
            <a:normAutofit fontScale="90000"/>
          </a:bodyPr>
          <a:lstStyle/>
          <a:p>
            <a:r>
              <a:rPr lang="ar-EG" dirty="0">
                <a:ln w="0"/>
                <a:effectLst>
                  <a:outerShdw blurRad="38100" dist="19050" dir="2700000" algn="tl" rotWithShape="0">
                    <a:schemeClr val="dk1">
                      <a:alpha val="40000"/>
                    </a:schemeClr>
                  </a:outerShdw>
                </a:effectLst>
              </a:rPr>
              <a:t>صحيح البخاري – ط السلطانية ( 3353 )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كتاب أحاديث الأنبياء ، باب قول الله تعالى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واتخذ الله إبراهيم خليلا</a:t>
            </a:r>
          </a:p>
        </p:txBody>
      </p:sp>
      <p:sp>
        <p:nvSpPr>
          <p:cNvPr id="3" name="عنصر نائب للمحتوى 2">
            <a:extLst>
              <a:ext uri="{FF2B5EF4-FFF2-40B4-BE49-F238E27FC236}">
                <a16:creationId xmlns:a16="http://schemas.microsoft.com/office/drawing/2014/main" id="{56832B62-66D5-3282-6A66-4F21C53F3F23}"/>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عَنْ أَبِي هُرَيْرَةَ رَضِيَ اللهُ عَنْهُ قِيلَ : </a:t>
            </a:r>
          </a:p>
          <a:p>
            <a:pPr marL="0" indent="0" algn="ctr">
              <a:lnSpc>
                <a:spcPct val="150000"/>
              </a:lnSpc>
              <a:buNone/>
            </a:pPr>
            <a:r>
              <a:rPr lang="ar-EG" sz="4400" dirty="0">
                <a:ln w="0"/>
                <a:effectLst>
                  <a:outerShdw blurRad="38100" dist="19050" dir="2700000" algn="tl" rotWithShape="0">
                    <a:schemeClr val="dk1">
                      <a:alpha val="40000"/>
                    </a:schemeClr>
                  </a:outerShdw>
                </a:effectLst>
              </a:rPr>
              <a:t>يَا رَسُولَ اللهِ مَنْ أَكْرَمُ النَّاسِ </a:t>
            </a:r>
          </a:p>
          <a:p>
            <a:pPr marL="0" indent="0" algn="ctr">
              <a:lnSpc>
                <a:spcPct val="150000"/>
              </a:lnSpc>
              <a:buNone/>
            </a:pPr>
            <a:r>
              <a:rPr lang="ar-EG" sz="4400" dirty="0">
                <a:ln w="0"/>
                <a:effectLst>
                  <a:outerShdw blurRad="38100" dist="19050" dir="2700000" algn="tl" rotWithShape="0">
                    <a:schemeClr val="dk1">
                      <a:alpha val="40000"/>
                    </a:schemeClr>
                  </a:outerShdw>
                </a:effectLst>
              </a:rPr>
              <a:t>قَالَ : أَتْقَاهُمْ فَقَالُوا لَيْسَ عَنْ هَذَا نَسْأَلُكَ </a:t>
            </a:r>
          </a:p>
          <a:p>
            <a:pPr marL="0" indent="0" algn="ctr">
              <a:lnSpc>
                <a:spcPct val="150000"/>
              </a:lnSpc>
              <a:buNone/>
            </a:pPr>
            <a:r>
              <a:rPr lang="ar-EG" sz="4400" dirty="0">
                <a:ln w="0"/>
                <a:effectLst>
                  <a:outerShdw blurRad="38100" dist="19050" dir="2700000" algn="tl" rotWithShape="0">
                    <a:schemeClr val="dk1">
                      <a:alpha val="40000"/>
                    </a:schemeClr>
                  </a:outerShdw>
                </a:effectLst>
              </a:rPr>
              <a:t>قَالَ : فَيُوسُفُ نَبِيُّ اللهِ ابْنُ نَبِيِّ اللهِ ابْنِ نَبِيِّ اللهِ ابْنِ خَلِيلِ اللهِ </a:t>
            </a:r>
          </a:p>
          <a:p>
            <a:pPr marL="0" indent="0" algn="ctr">
              <a:lnSpc>
                <a:spcPct val="150000"/>
              </a:lnSpc>
              <a:buNone/>
            </a:pPr>
            <a:r>
              <a:rPr lang="ar-EG" sz="4400" dirty="0">
                <a:ln w="0"/>
                <a:effectLst>
                  <a:outerShdw blurRad="38100" dist="19050" dir="2700000" algn="tl" rotWithShape="0">
                    <a:schemeClr val="dk1">
                      <a:alpha val="40000"/>
                    </a:schemeClr>
                  </a:outerShdw>
                </a:effectLst>
              </a:rPr>
              <a:t>قَالُوا : لَيْسَ عَنْ هَذَا نَسْأَلُكَ قَالَ فَعَنْ مَعَادِنِ الْعَرَبِ تَسْأَلُونَ خِيَارُهُمْ فِي الْجَاهِلِيَّةِ خِيَارُهُمْ فِي الْإِسْلَامِ إِذَا فَقُهُوا</a:t>
            </a:r>
          </a:p>
        </p:txBody>
      </p:sp>
    </p:spTree>
    <p:extLst>
      <p:ext uri="{BB962C8B-B14F-4D97-AF65-F5344CB8AC3E}">
        <p14:creationId xmlns:p14="http://schemas.microsoft.com/office/powerpoint/2010/main" val="14180749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15016601-6994-26A3-4FEC-F2269B63816F}"/>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6ECCA24D-6E6A-A659-A293-1AAA390AEAD1}"/>
              </a:ext>
            </a:extLst>
          </p:cNvPr>
          <p:cNvSpPr>
            <a:spLocks noGrp="1"/>
          </p:cNvSpPr>
          <p:nvPr>
            <p:ph idx="1"/>
          </p:nvPr>
        </p:nvSpPr>
        <p:spPr>
          <a:xfrm>
            <a:off x="742484" y="2874937"/>
            <a:ext cx="9314796" cy="6852350"/>
          </a:xfrm>
        </p:spPr>
        <p:txBody>
          <a:bodyPr>
            <a:normAutofit fontScale="92500"/>
          </a:bodyPr>
          <a:lstStyle/>
          <a:p>
            <a:pPr marL="0" indent="0" algn="ctr">
              <a:lnSpc>
                <a:spcPct val="150000"/>
              </a:lnSpc>
              <a:buNone/>
            </a:pP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ﵟلَّقَدۡ</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كَانَ فِي يُوسُفَ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وَإِخۡوَتِهِۦٓ</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ءَايَٰت</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لِّلسَّآئِلِينَ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إِذۡ</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قَالُواْ لَيُوسُفُ وَأَخُوهُ أَحَبُّ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إِلَىٰٓ</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أَبِينَا مِنَّا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وَنَحۡنُ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عُصۡبَةٌ</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 أَبَانَا لَفِي ضَلَٰلٖ مُّبِينٍ ٨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ٱقۡتُلُواْ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يُوسُفَ أَوِ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ٱطۡرَحُوهُ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أَرۡضٗا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يَخۡلُ</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لَكُمۡ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وَجۡهُ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أَبِيكُمۡ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وَتَكُونُواْ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بَعۡدِهِۦ</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قَوۡمٗا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صَٰلِحِينَ ٩ قَالَ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قَآئِل</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تَقۡتُلُواْ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يُوسُفَ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وَأَلۡقُوهُ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فِي غَيَٰبَتِ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ٱلۡجُبِّ</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يَلۡتَقِطۡهُ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بَعۡضُ</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ٱلسَّيَّارَةِ</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كُنتُمۡ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فَٰعِلِينَ ١٠ﵞ </a:t>
            </a:r>
          </a:p>
          <a:p>
            <a:pPr marL="0" indent="0" algn="ctr">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[يوسف: 7-10] </a:t>
            </a:r>
            <a:endParaRPr lang="en-GB" sz="32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514740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058CEF94-206E-8890-787F-60B58FB30CF9}"/>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29AA0B58-02C3-FF44-94B8-F00279D7699E}"/>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ﵟفَلَمَّا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ذَهَبُواْ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بِهِۦ</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وَأَجۡمَعُوٓاْ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يَجۡعَلُوهُ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فِي غَيَٰبَتِ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ٱلۡجُبِّۚ</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وَأَوۡحَيۡنَآ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إِلَيۡهِ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لَتُنَبِّئَنَّهُم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بِأَمۡرِهِمۡ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هَٰذَا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يَشۡعُرُونَ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١٥ﵞ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[يوسف: 15] </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782962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9C7C87A8-356B-AD46-3A36-A51300722375}"/>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830B8654-D564-600C-7D9A-A8DE61193612}"/>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ﵟوَجَآءَتۡ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سَيَّارَةٞ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فَأَرۡسَلُواْ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وَارِدَهُمۡ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فَأَدۡلَىٰ</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دَلۡوَهُۥۖ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قَالَ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يَٰبُشۡرَىٰ</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هَٰذَا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غُلَٰمٞۚ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وَأَسَرُّوهُ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بِضَٰعَةٗۚ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بِمَا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يَعۡمَلُونَ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١٩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وَشَرَوۡهُ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بِثَمَنِۭ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بَخۡس</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دَرَٰهِمَ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مَعۡدُودَة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وَكَانُواْ فِيهِ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ٱلزَّٰهِدِينَ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٢٠ﵞ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[يوسف: 19-20] </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570549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F6F12DCF-5A1B-CED0-95F4-B7C98BFE1200}"/>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406579A1-CB7E-3914-937A-26FE2043BBA2}"/>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ﵟثُمَّ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بَدَا لَهُم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بَعۡدِ</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مَا رَأَوُاْ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ٱلۡأٓيَٰتِ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لَيَسۡجُنُنَّهُۥ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حَتَّىٰ حِينٖ ٣٥ﵞ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[يوسف: 35] </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630765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219511B-95B5-438E-0B1E-E94F9627532B}"/>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AD40EDB2-FE99-7C43-2EF1-EF919F069822}"/>
              </a:ext>
            </a:extLst>
          </p:cNvPr>
          <p:cNvSpPr>
            <a:spLocks noGrp="1"/>
          </p:cNvSpPr>
          <p:nvPr>
            <p:ph idx="1"/>
          </p:nvPr>
        </p:nvSpPr>
        <p:spPr/>
        <p:txBody>
          <a:bodyPr>
            <a:normAutofit fontScale="92500" lnSpcReduction="10000"/>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ﵟقَالَ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يَأۡتِيكُمَا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طَعَامٞ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تُرۡزَقَانِهِۦٓ</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نَبَّأۡتُكُمَا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بِتَأۡوِيلِهِۦ</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قَبۡلَ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يَأۡتِيَكُمَاۚ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ذَٰلِكُمَا مِمَّا عَلَّمَنِي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رَبِّيٓۚ</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إِنِّي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تَرَكۡتُ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مِلَّةَ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قَوۡم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يُؤۡمِنُونَ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وَهُم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بِٱلۡأٓخِرَةِ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كَٰفِرُونَ ٣٧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وَٱتَّبَعۡتُ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مِلَّةَ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ءَابَآءِيٓ</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إِبۡرَٰهِيمَ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وَإِسۡحَٰقَ</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وَيَعۡقُوبَۚ</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مَا كَانَ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نُّشۡرِكَ</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شَيۡءٖۚ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ذَٰلِكَ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فَضۡلِ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وَعَلَى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ٱلنَّاسِ</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وَلَٰكِنَّ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أَكۡثَرَ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ٱلنَّاسِ</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يَشۡكُرُونَ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٣٨ 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[يوسف: 37-40]  </a:t>
            </a:r>
            <a:endParaRPr lang="ar-EG"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4232425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219511B-95B5-438E-0B1E-E94F9627532B}"/>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AD40EDB2-FE99-7C43-2EF1-EF919F069822}"/>
              </a:ext>
            </a:extLst>
          </p:cNvPr>
          <p:cNvSpPr>
            <a:spLocks noGrp="1"/>
          </p:cNvSpPr>
          <p:nvPr>
            <p:ph idx="1"/>
          </p:nvPr>
        </p:nvSpPr>
        <p:spPr/>
        <p:txBody>
          <a:bodyPr>
            <a:normAutofit fontScale="92500"/>
          </a:bodyPr>
          <a:lstStyle/>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يَٰصَٰحِبَيِ</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ٱلسِّجۡنِ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ءَأَرۡبَاب</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مُّتَفَرِّقُونَ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خَيۡرٌ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ٱلۡوَٰحِدُ</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ٱلۡقَهَّارُ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٣٩ مَا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تَعۡبُدُونَ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دُونِهِۦٓ</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أَسۡمَآء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سَمَّيۡتُمُوهَآ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أَنتُمۡ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وَءَابَآؤُكُم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أَنزَلَ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بِهَا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سُلۡطَٰنٍۚ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ٱلۡحُكۡمُ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إِلَّا لِلَّهِ أَمَرَ أَلَّا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تَعۡبُدُوٓاْ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إِيَّاهُۚ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ذَٰلِكَ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ٱلدِّينُ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ٱلۡقَيِّمُ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وَلَٰكِنَّ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أَكۡثَرَ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ٱلنَّاسِ</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يَعۡلَمُونَ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٤٠ﵞ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[يوسف: 37-40]  </a:t>
            </a:r>
            <a:endParaRPr lang="ar-EG"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96180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AC8B2DA-F307-162E-0427-0413E85FEB12}"/>
              </a:ext>
            </a:extLst>
          </p:cNvPr>
          <p:cNvSpPr>
            <a:spLocks noGrp="1"/>
          </p:cNvSpPr>
          <p:nvPr>
            <p:ph type="title"/>
          </p:nvPr>
        </p:nvSpPr>
        <p:spPr>
          <a:xfrm>
            <a:off x="736859" y="2692444"/>
            <a:ext cx="9314796" cy="4492401"/>
          </a:xfrm>
        </p:spPr>
        <p:txBody>
          <a:bodyPr/>
          <a:lstStyle/>
          <a:p>
            <a:r>
              <a:rPr lang="ar-EG" dirty="0"/>
              <a:t>نبي الله </a:t>
            </a:r>
            <a:r>
              <a:rPr lang="ar-SA" dirty="0"/>
              <a:t>موسى</a:t>
            </a:r>
            <a:r>
              <a:rPr lang="ar-EG" dirty="0"/>
              <a:t> </a:t>
            </a:r>
            <a:r>
              <a:rPr lang="en-GB" dirty="0">
                <a:sym typeface="KFGQPC Arabic Symbols 01" panose="02000000000000000000" pitchFamily="2" charset="2"/>
              </a:rPr>
              <a:t></a:t>
            </a:r>
            <a:r>
              <a:rPr lang="ar-EG" dirty="0"/>
              <a:t> </a:t>
            </a:r>
          </a:p>
        </p:txBody>
      </p:sp>
      <p:sp>
        <p:nvSpPr>
          <p:cNvPr id="11" name="عنصر نائب للنص 10">
            <a:extLst>
              <a:ext uri="{FF2B5EF4-FFF2-40B4-BE49-F238E27FC236}">
                <a16:creationId xmlns:a16="http://schemas.microsoft.com/office/drawing/2014/main" id="{C64A33BD-5263-C6BE-2538-FAF63F29CFA2}"/>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6772793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DCA5DD24-44C8-B3F8-9DCF-62EA875F359D}"/>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406579A1-CB7E-3914-937A-26FE2043BBA2}"/>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ﵟوَجَآءَ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رَجُلٞ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أَقۡصَا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ٱلۡمَدِينَةِ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يَسۡعَىٰ</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قَالَ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يَٰمُوسَىٰٓ</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ٱلۡمَلَأَ</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يَأۡتَمِرُونَ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بِكَ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لِيَقۡتُلُوكَ</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فَٱخۡرُجۡ</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إِنِّي لَكَ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ٱلنَّٰصِحِينَ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٢٠ فَخَرَجَ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مِنۡهَا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خَآئِفٗا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يَتَرَقَّبُۖ</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قَالَ رَبِّ نَجِّنِي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ٱلۡقَوۡمِ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ٱلظَّٰلِمِينَ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٢١ﵞ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[القصص: 20-21] </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5637269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DCA5DD24-44C8-B3F8-9DCF-62EA875F359D}"/>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406579A1-CB7E-3914-937A-26FE2043BBA2}"/>
              </a:ext>
            </a:extLst>
          </p:cNvPr>
          <p:cNvSpPr>
            <a:spLocks noGrp="1"/>
          </p:cNvSpPr>
          <p:nvPr>
            <p:ph idx="1"/>
          </p:nvPr>
        </p:nvSpPr>
        <p:spPr>
          <a:xfrm>
            <a:off x="742484" y="2874937"/>
            <a:ext cx="9314796" cy="6852350"/>
          </a:xfrm>
        </p:spPr>
        <p:txBody>
          <a:bodyPr>
            <a:normAutofit fontScale="92500"/>
          </a:bodyPr>
          <a:lstStyle/>
          <a:p>
            <a:pPr marL="0" indent="0" algn="ctr">
              <a:lnSpc>
                <a:spcPct val="150000"/>
              </a:lnSpc>
              <a:buNone/>
            </a:pP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ﵟوَقَالَ</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فِرۡعَوۡنُ</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يَٰهَٰمَٰنُ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ٱبۡنِ</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لِي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صَرۡحٗا</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لَّعَلِّيٓ</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أَبۡلُغُ</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ٱلۡأَسۡبَٰبَ</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٣٦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أَسۡبَٰبَ</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ٱلسَّمَٰوَٰتِ</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فَأَطَّلِعَ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إِلَىٰٓ</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إِلَٰهِ مُوسَىٰ وَإِنِّي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لَأَظُنُّهُۥ</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كَٰذِبٗاۚ</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وَكَذَٰلِكَ زُيِّنَ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لِفِرۡعَوۡنَ</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سُوٓءُ</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عَمَلِهِۦ</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وَصُدَّ عَنِ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ٱلسَّبِيلِۚ</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وَمَا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كَيۡدُ</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فِرۡعَوۡنَ</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إِلَّا فِي تَبَابٖ ٣٧ ﵞ </a:t>
            </a:r>
          </a:p>
          <a:p>
            <a:pPr marL="0" indent="0" algn="ctr">
              <a:lnSpc>
                <a:spcPct val="150000"/>
              </a:lnSpc>
              <a:buNone/>
            </a:pP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[غافر: 36-37] </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5915976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6B336C40-9BE7-D888-5074-DB862ADB7A55}"/>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D8F7516F-3AEF-0BC8-0CAD-0229535CC128}"/>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ﵟأَمۡ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خَيۡر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هَٰذَا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هُوَ مَهِينٞ وَلَا ‌يَكَادُ ‌يُبِينُ ٥٢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فَلَوۡلَآ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أُلۡقِيَ</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أَسۡوِرَة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ذَهَبٍ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أَوۡ</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جَآءَ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مَعَهُ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ٱلۡمَلَٰٓئِكَةُ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مُقۡتَرِنِينَ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٥٣ 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[الزخرف: 52-53] </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5457528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E68AA449-FA9D-3F96-0E82-72B7A4B488A4}"/>
              </a:ext>
            </a:extLst>
          </p:cNvPr>
          <p:cNvSpPr>
            <a:spLocks noGrp="1"/>
          </p:cNvSpPr>
          <p:nvPr>
            <p:ph type="title"/>
          </p:nvPr>
        </p:nvSpPr>
        <p:spPr/>
        <p:txBody>
          <a:bodyPr>
            <a:normAutofit fontScale="90000"/>
          </a:bodyPr>
          <a:lstStyle/>
          <a:p>
            <a:r>
              <a:rPr lang="ar-EG" dirty="0"/>
              <a:t>صحيح البخاري – ط السلطانية ( 3150 )</a:t>
            </a:r>
            <a:br>
              <a:rPr lang="ar-EG" dirty="0"/>
            </a:br>
            <a:r>
              <a:rPr lang="ar-EG" dirty="0"/>
              <a:t>كتاب فرض الخمس ، باب ما كان النبي يعطي المؤلفة قلوبهم وغيرهم</a:t>
            </a:r>
          </a:p>
        </p:txBody>
      </p:sp>
      <p:sp>
        <p:nvSpPr>
          <p:cNvPr id="3" name="عنصر نائب للمحتوى 2">
            <a:extLst>
              <a:ext uri="{FF2B5EF4-FFF2-40B4-BE49-F238E27FC236}">
                <a16:creationId xmlns:a16="http://schemas.microsoft.com/office/drawing/2014/main" id="{E695E648-4838-F5EE-9C46-58E2F5959E94}"/>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a:ln w="0"/>
                <a:effectLst>
                  <a:outerShdw blurRad="38100" dist="19050" dir="2700000" algn="tl" rotWithShape="0">
                    <a:schemeClr val="dk1">
                      <a:alpha val="40000"/>
                    </a:schemeClr>
                  </a:outerShdw>
                </a:effectLst>
              </a:rPr>
              <a:t>عَنْ عَبْدِ اللهِ رَضِيَ اللهُ عَنْهُ قَالَ -: </a:t>
            </a:r>
          </a:p>
          <a:p>
            <a:pPr marL="0" indent="0" algn="ctr">
              <a:lnSpc>
                <a:spcPct val="150000"/>
              </a:lnSpc>
              <a:buNone/>
            </a:pPr>
            <a:r>
              <a:rPr lang="ar-EG" sz="4800" dirty="0">
                <a:ln w="0"/>
                <a:effectLst>
                  <a:outerShdw blurRad="38100" dist="19050" dir="2700000" algn="tl" rotWithShape="0">
                    <a:schemeClr val="dk1">
                      <a:alpha val="40000"/>
                    </a:schemeClr>
                  </a:outerShdw>
                </a:effectLst>
              </a:rPr>
              <a:t>فَقَالَ – أي رسول الله ﷺ -: </a:t>
            </a:r>
          </a:p>
          <a:p>
            <a:pPr marL="0" indent="0" algn="ctr">
              <a:lnSpc>
                <a:spcPct val="150000"/>
              </a:lnSpc>
              <a:buNone/>
            </a:pPr>
            <a:r>
              <a:rPr lang="ar-EG" sz="4800" dirty="0">
                <a:ln w="0"/>
                <a:effectLst>
                  <a:outerShdw blurRad="38100" dist="19050" dir="2700000" algn="tl" rotWithShape="0">
                    <a:schemeClr val="dk1">
                      <a:alpha val="40000"/>
                    </a:schemeClr>
                  </a:outerShdw>
                </a:effectLst>
              </a:rPr>
              <a:t>فَمَنْ يَعْدِلُ إِذَا لَمْ يَعْدِلِ اللهُ وَرَسُولُهُ ، </a:t>
            </a:r>
          </a:p>
          <a:p>
            <a:pPr marL="0" indent="0" algn="ctr">
              <a:lnSpc>
                <a:spcPct val="150000"/>
              </a:lnSpc>
              <a:buNone/>
            </a:pPr>
            <a:r>
              <a:rPr lang="ar-EG" sz="4800" dirty="0">
                <a:ln w="0"/>
                <a:effectLst>
                  <a:outerShdw blurRad="38100" dist="19050" dir="2700000" algn="tl" rotWithShape="0">
                    <a:schemeClr val="dk1">
                      <a:alpha val="40000"/>
                    </a:schemeClr>
                  </a:outerShdw>
                </a:effectLst>
              </a:rPr>
              <a:t>رَحِمَ اللهُ مُوسَى ، </a:t>
            </a:r>
          </a:p>
          <a:p>
            <a:pPr marL="0" indent="0" algn="ctr">
              <a:lnSpc>
                <a:spcPct val="150000"/>
              </a:lnSpc>
              <a:buNone/>
            </a:pPr>
            <a:r>
              <a:rPr lang="ar-EG" sz="4800" dirty="0">
                <a:ln w="0"/>
                <a:effectLst>
                  <a:outerShdw blurRad="38100" dist="19050" dir="2700000" algn="tl" rotWithShape="0">
                    <a:schemeClr val="dk1">
                      <a:alpha val="40000"/>
                    </a:schemeClr>
                  </a:outerShdw>
                </a:effectLst>
              </a:rPr>
              <a:t>قَدْ أُوذِيَ بِأَكْثَرَ مِنْ هَذَا فَصَبَرَ .</a:t>
            </a:r>
          </a:p>
        </p:txBody>
      </p:sp>
    </p:spTree>
    <p:extLst>
      <p:ext uri="{BB962C8B-B14F-4D97-AF65-F5344CB8AC3E}">
        <p14:creationId xmlns:p14="http://schemas.microsoft.com/office/powerpoint/2010/main" val="14825714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AC8B2DA-F307-162E-0427-0413E85FEB12}"/>
              </a:ext>
            </a:extLst>
          </p:cNvPr>
          <p:cNvSpPr>
            <a:spLocks noGrp="1"/>
          </p:cNvSpPr>
          <p:nvPr>
            <p:ph type="title"/>
          </p:nvPr>
        </p:nvSpPr>
        <p:spPr>
          <a:xfrm>
            <a:off x="736859" y="2692444"/>
            <a:ext cx="9314796" cy="4492401"/>
          </a:xfrm>
        </p:spPr>
        <p:txBody>
          <a:bodyPr/>
          <a:lstStyle/>
          <a:p>
            <a:r>
              <a:rPr lang="ar-EG" dirty="0"/>
              <a:t>نبي الله </a:t>
            </a:r>
            <a:r>
              <a:rPr lang="ar-SA" dirty="0"/>
              <a:t>لوط</a:t>
            </a:r>
            <a:r>
              <a:rPr lang="ar-EG" dirty="0"/>
              <a:t> </a:t>
            </a:r>
            <a:r>
              <a:rPr lang="en-GB" dirty="0">
                <a:sym typeface="KFGQPC Arabic Symbols 01" panose="02000000000000000000" pitchFamily="2" charset="2"/>
              </a:rPr>
              <a:t></a:t>
            </a:r>
            <a:r>
              <a:rPr lang="ar-EG" dirty="0"/>
              <a:t> </a:t>
            </a:r>
          </a:p>
        </p:txBody>
      </p:sp>
      <p:sp>
        <p:nvSpPr>
          <p:cNvPr id="11" name="عنصر نائب للنص 10">
            <a:extLst>
              <a:ext uri="{FF2B5EF4-FFF2-40B4-BE49-F238E27FC236}">
                <a16:creationId xmlns:a16="http://schemas.microsoft.com/office/drawing/2014/main" id="{C6B4E476-7EFF-461C-7E74-AEC5F13F170F}"/>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22908785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6A01B82C-6D31-F981-99B8-7C683AD6A3CA}"/>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AA46B253-03E8-40A9-0989-73DC3E0BC989}"/>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ﵟوَجَآءَ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أَهۡلُ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ٱلۡمَدِينَةِ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يَسۡتَبۡشِرُونَ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٦٧ قَالَ إِنَّ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هَٰٓؤُلَآءِ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ضَيۡفِي</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تَفۡضَحُونِ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٦٨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وَٱتَّقُواْ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تُخۡزُونِ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٦٩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قَالُوٓاْ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أَوَلَمۡ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نَنۡهَكَ</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ٱلۡعَٰلَمِينَ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٧٠ﵞ </a:t>
            </a: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[الحجر: 67-70] </a:t>
            </a:r>
            <a:endParaRPr lang="en-GB"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4433315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0A99253F-9728-1596-DF08-674FC858FA6C}"/>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E9F76C3F-71DE-705F-B86E-4BF30EC6F58D}"/>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ﵟقَالَ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لَوۡ</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 لِي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قُوَّةً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أَوۡ</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ءَاوِيٓ</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إِلَىٰ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رُكۡن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‌شَدِيدٖ ٨٠ﵞ </a:t>
            </a: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[هود: 80] </a:t>
            </a:r>
            <a:endParaRPr lang="en-GB"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6662188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AFF82F6-569A-C86C-002A-6E4A893AE6BF}"/>
              </a:ext>
            </a:extLst>
          </p:cNvPr>
          <p:cNvSpPr>
            <a:spLocks noGrp="1"/>
          </p:cNvSpPr>
          <p:nvPr>
            <p:ph type="title"/>
          </p:nvPr>
        </p:nvSpPr>
        <p:spPr/>
        <p:txBody>
          <a:bodyPr>
            <a:normAutofit/>
          </a:bodyPr>
          <a:lstStyle/>
          <a:p>
            <a:r>
              <a:rPr lang="ar-EG" dirty="0">
                <a:ln w="0"/>
                <a:effectLst>
                  <a:outerShdw blurRad="38100" dist="19050" dir="2700000" algn="tl" rotWithShape="0">
                    <a:schemeClr val="dk1">
                      <a:alpha val="40000"/>
                    </a:schemeClr>
                  </a:outerShdw>
                </a:effectLst>
              </a:rPr>
              <a:t>صحيح البخاري – ط السلطانية</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كتاب أحاديث الأنبياء </a:t>
            </a:r>
          </a:p>
        </p:txBody>
      </p:sp>
      <p:sp>
        <p:nvSpPr>
          <p:cNvPr id="3" name="عنصر نائب للنص 2">
            <a:extLst>
              <a:ext uri="{FF2B5EF4-FFF2-40B4-BE49-F238E27FC236}">
                <a16:creationId xmlns:a16="http://schemas.microsoft.com/office/drawing/2014/main" id="{3CAB3750-C55D-95A4-7A45-E9B6D596D8D2}"/>
              </a:ext>
            </a:extLst>
          </p:cNvPr>
          <p:cNvSpPr>
            <a:spLocks noGrp="1"/>
          </p:cNvSpPr>
          <p:nvPr>
            <p:ph idx="1"/>
          </p:nvPr>
        </p:nvSpPr>
        <p:spPr/>
        <p:txBody>
          <a:bodyPr>
            <a:normAutofit/>
          </a:bodyPr>
          <a:lstStyle/>
          <a:p>
            <a:pPr marL="0" indent="0" algn="ctr">
              <a:lnSpc>
                <a:spcPct val="150000"/>
              </a:lnSpc>
              <a:buNone/>
            </a:pPr>
            <a:r>
              <a:rPr lang="ar-EG" sz="4800" dirty="0">
                <a:ln w="0"/>
                <a:effectLst>
                  <a:outerShdw blurRad="38100" dist="19050" dir="2700000" algn="tl" rotWithShape="0">
                    <a:schemeClr val="dk1">
                      <a:alpha val="40000"/>
                    </a:schemeClr>
                  </a:outerShdw>
                </a:effectLst>
              </a:rPr>
              <a:t>‌‌بَابٌ {‌وَلُوطًا إِذْ قَالَ لِقَوْمِهِ أَتَأْتُونَ الْفَاحِشَةَ وَأَنْتُمْ تُبْصِرُونَ * أَئِنَّكُمْ لَتَأْتُونَ الرِّجَالَ شَهْوَةً مِنْ دُونِ النِّسَاءِ بَلْ أَنْتُمْ قَوْمٌ تَجْهَلُونَ * فَمَا كَانَ جَوَابَ قَوْمِهِ إِلا أَنْ قَالُوا أَخْرِجُوا آلَ لُوطٍ مِنْ قَرْيَتِكُمْ إِنَّهُمْ أُنَاسٌ يَتَطَهَّرُونَ * فَأَنْجَيْنَاهُ وَأَهْلَهُ إِلا امْرَأَتَهُ قَدَّرْنَاهَا مِنَ الْغَابِرِينَ * وَأَمْطَرْنَا عَلَيْهِمْ مَطَرًا فَسَاءَ مَطَرُ الْمُنْذَرِينَ}</a:t>
            </a:r>
          </a:p>
        </p:txBody>
      </p:sp>
    </p:spTree>
    <p:extLst>
      <p:ext uri="{BB962C8B-B14F-4D97-AF65-F5344CB8AC3E}">
        <p14:creationId xmlns:p14="http://schemas.microsoft.com/office/powerpoint/2010/main" val="13856532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82F33F4A-2AD6-22C7-0DAC-D62ED1E3B21F}"/>
              </a:ext>
            </a:extLst>
          </p:cNvPr>
          <p:cNvSpPr>
            <a:spLocks noGrp="1"/>
          </p:cNvSpPr>
          <p:nvPr>
            <p:ph type="title"/>
          </p:nvPr>
        </p:nvSpPr>
        <p:spPr/>
        <p:txBody>
          <a:bodyPr>
            <a:normAutofit/>
          </a:bodyPr>
          <a:lstStyle/>
          <a:p>
            <a:r>
              <a:rPr lang="ar-EG" dirty="0"/>
              <a:t>صحيح البخاري – ط السلطانية ( 3375 )</a:t>
            </a:r>
          </a:p>
        </p:txBody>
      </p:sp>
      <p:sp>
        <p:nvSpPr>
          <p:cNvPr id="3" name="عنصر نائب للمحتوى 2">
            <a:extLst>
              <a:ext uri="{FF2B5EF4-FFF2-40B4-BE49-F238E27FC236}">
                <a16:creationId xmlns:a16="http://schemas.microsoft.com/office/drawing/2014/main" id="{39E19A15-D2F6-72F1-2A8F-3CB839666834}"/>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5400" dirty="0">
                <a:ln w="0"/>
                <a:effectLst>
                  <a:outerShdw blurRad="38100" dist="19050" dir="2700000" algn="tl" rotWithShape="0">
                    <a:schemeClr val="dk1">
                      <a:alpha val="40000"/>
                    </a:schemeClr>
                  </a:outerShdw>
                </a:effectLst>
              </a:rPr>
              <a:t>عَنْ أَبِي هُرَيْرَةَ رَضِيَ اللهُ عَنْهُ أَنَّ النَّبِيَّ ﷺ قَالَ </a:t>
            </a:r>
          </a:p>
          <a:p>
            <a:pPr marL="0" indent="0" algn="ctr">
              <a:lnSpc>
                <a:spcPct val="150000"/>
              </a:lnSpc>
              <a:buNone/>
            </a:pPr>
            <a:r>
              <a:rPr lang="ar-EG" sz="5400" dirty="0">
                <a:ln w="0"/>
                <a:effectLst>
                  <a:outerShdw blurRad="38100" dist="19050" dir="2700000" algn="tl" rotWithShape="0">
                    <a:schemeClr val="dk1">
                      <a:alpha val="40000"/>
                    </a:schemeClr>
                  </a:outerShdw>
                </a:effectLst>
              </a:rPr>
              <a:t>يَغْفِرُ اللهُ لِلُوطٍ إِنْ كَانَ لَيَأْوِي إِلَى رُكْنٍ شَدِيدٍ . </a:t>
            </a:r>
          </a:p>
        </p:txBody>
      </p:sp>
    </p:spTree>
    <p:extLst>
      <p:ext uri="{BB962C8B-B14F-4D97-AF65-F5344CB8AC3E}">
        <p14:creationId xmlns:p14="http://schemas.microsoft.com/office/powerpoint/2010/main" val="18445905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E4C56F8-1F5C-66B4-8598-C24ED700B2AE}"/>
              </a:ext>
            </a:extLst>
          </p:cNvPr>
          <p:cNvSpPr>
            <a:spLocks noGrp="1"/>
          </p:cNvSpPr>
          <p:nvPr>
            <p:ph type="title"/>
          </p:nvPr>
        </p:nvSpPr>
        <p:spPr>
          <a:xfrm>
            <a:off x="736859" y="2692444"/>
            <a:ext cx="9314796" cy="4492401"/>
          </a:xfrm>
        </p:spPr>
        <p:txBody>
          <a:bodyPr/>
          <a:lstStyle/>
          <a:p>
            <a:r>
              <a:rPr lang="ar-EG" dirty="0"/>
              <a:t>في صحابة رسول الله ﷺ </a:t>
            </a:r>
            <a:br>
              <a:rPr lang="ar-EG" dirty="0"/>
            </a:br>
            <a:r>
              <a:rPr lang="ar-EG" dirty="0"/>
              <a:t>أسوة حسنة</a:t>
            </a:r>
          </a:p>
        </p:txBody>
      </p:sp>
      <p:sp>
        <p:nvSpPr>
          <p:cNvPr id="11" name="عنصر نائب للنص 10">
            <a:extLst>
              <a:ext uri="{FF2B5EF4-FFF2-40B4-BE49-F238E27FC236}">
                <a16:creationId xmlns:a16="http://schemas.microsoft.com/office/drawing/2014/main" id="{CE64B590-9860-2FB2-5F23-51FDA81292DB}"/>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33084925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17EC59E-6E29-0BAD-A689-9CB82BF5751D}"/>
              </a:ext>
            </a:extLst>
          </p:cNvPr>
          <p:cNvSpPr>
            <a:spLocks noGrp="1"/>
          </p:cNvSpPr>
          <p:nvPr>
            <p:ph type="title"/>
          </p:nvPr>
        </p:nvSpPr>
        <p:spPr>
          <a:xfrm>
            <a:off x="736859" y="2692444"/>
            <a:ext cx="9314796" cy="4492401"/>
          </a:xfrm>
        </p:spPr>
        <p:txBody>
          <a:bodyPr/>
          <a:lstStyle/>
          <a:p>
            <a:r>
              <a:rPr lang="ar-EG" dirty="0"/>
              <a:t>مصعب بن عمير </a:t>
            </a:r>
            <a:r>
              <a:rPr lang="en-GB" dirty="0">
                <a:sym typeface="KFGQPC Arabic Symbols 01" panose="02000000000000000000" pitchFamily="2" charset="2"/>
              </a:rPr>
              <a:t></a:t>
            </a:r>
            <a:r>
              <a:rPr lang="en-GB" dirty="0"/>
              <a:t> </a:t>
            </a:r>
            <a:endParaRPr lang="ar-EG" dirty="0"/>
          </a:p>
        </p:txBody>
      </p:sp>
      <p:sp>
        <p:nvSpPr>
          <p:cNvPr id="11" name="عنصر نائب للنص 10">
            <a:extLst>
              <a:ext uri="{FF2B5EF4-FFF2-40B4-BE49-F238E27FC236}">
                <a16:creationId xmlns:a16="http://schemas.microsoft.com/office/drawing/2014/main" id="{835E85F7-B2B3-5B0A-361D-E8D9E3569E13}"/>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28239303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32543642-D317-9524-38F5-49095013CFA3}"/>
              </a:ext>
            </a:extLst>
          </p:cNvPr>
          <p:cNvSpPr>
            <a:spLocks noGrp="1"/>
          </p:cNvSpPr>
          <p:nvPr>
            <p:ph type="title"/>
          </p:nvPr>
        </p:nvSpPr>
        <p:spPr/>
        <p:txBody>
          <a:bodyPr/>
          <a:lstStyle/>
          <a:p>
            <a:r>
              <a:rPr lang="ar-EG" dirty="0">
                <a:ln w="0"/>
                <a:effectLst>
                  <a:outerShdw blurRad="38100" dist="19050" dir="2700000" algn="tl" rotWithShape="0">
                    <a:schemeClr val="dk1">
                      <a:alpha val="40000"/>
                    </a:schemeClr>
                  </a:outerShdw>
                </a:effectLst>
              </a:rPr>
              <a:t>صحيح البخاري – ط السلطانية ( 1275 )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كتاب الجنائز ، باب إذا لم يوجد إلا ثوب واحد</a:t>
            </a:r>
          </a:p>
        </p:txBody>
      </p:sp>
      <p:sp>
        <p:nvSpPr>
          <p:cNvPr id="3" name="عنصر نائب للمحتوى 2">
            <a:extLst>
              <a:ext uri="{FF2B5EF4-FFF2-40B4-BE49-F238E27FC236}">
                <a16:creationId xmlns:a16="http://schemas.microsoft.com/office/drawing/2014/main" id="{5029F40A-965C-3644-FAEB-7A7DAF24E628}"/>
              </a:ext>
            </a:extLst>
          </p:cNvPr>
          <p:cNvSpPr>
            <a:spLocks noGrp="1"/>
          </p:cNvSpPr>
          <p:nvPr>
            <p:ph idx="1"/>
          </p:nvPr>
        </p:nvSpPr>
        <p:spPr>
          <a:xfrm>
            <a:off x="742484" y="2874937"/>
            <a:ext cx="9314796" cy="6852350"/>
          </a:xfrm>
        </p:spPr>
        <p:txBody>
          <a:bodyPr>
            <a:normAutofit fontScale="92500" lnSpcReduction="10000"/>
          </a:bodyPr>
          <a:lstStyle/>
          <a:p>
            <a:pPr marL="0" indent="0" algn="ctr">
              <a:lnSpc>
                <a:spcPct val="150000"/>
              </a:lnSpc>
              <a:buNone/>
            </a:pPr>
            <a:r>
              <a:rPr lang="ar-EG" sz="4800" dirty="0">
                <a:ln w="0"/>
                <a:effectLst>
                  <a:outerShdw blurRad="38100" dist="19050" dir="2700000" algn="tl" rotWithShape="0">
                    <a:schemeClr val="dk1">
                      <a:alpha val="40000"/>
                    </a:schemeClr>
                  </a:outerShdw>
                </a:effectLst>
              </a:rPr>
              <a:t>أَنَّ عَبْدَ الرَّحْمَنِ بْنَ عَوْفٍ رَضِيَ اللهُ عَنْهُ أُتِيَ بِطَعَامٍ وَكَانَ صَائِمًا فَقَالَ: قُتِلَ مُصْعَبُ بْنُ عُمَيْرٍ وَهُوَ خَيْرٌ مِنِّي ، كُفِّنَ فِي بُرْدَةٍ ، إِنْ غُطِّيَ رَأْسُهُ بَدَتْ رِجْلَاهُ ، وَإِنْ غُطِّيَ رِجْلَاهُ بَدَا رَأْسُهُ. وَأُرَاهُ قَالَ: وَقُتِلَ حَمْزَةُ وَهُوَ خَيْرٌ مِنِّي ، ثُمَّ بُسِطَ لَنَا مِنَ الدُّنْيَا مَا بُسِطَ ، أَوْ قَالَ: أُعْطِينَا مِنَ الدُّنْيَا مَا أُعْطِينَا ، وَقَدْ خَشِينَا أَنْ تَكُونَ حَسَنَاتُنَا عُجِّلَتْ لَنَا ، ثُمَّ جَعَلَ يَبْكِي حَتَّى تَرَكَ الطَّعَامَ .</a:t>
            </a:r>
          </a:p>
        </p:txBody>
      </p:sp>
    </p:spTree>
    <p:extLst>
      <p:ext uri="{BB962C8B-B14F-4D97-AF65-F5344CB8AC3E}">
        <p14:creationId xmlns:p14="http://schemas.microsoft.com/office/powerpoint/2010/main" val="35384633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51F0276F-080E-DA41-6F6D-9D7BE0B96F01}"/>
              </a:ext>
            </a:extLst>
          </p:cNvPr>
          <p:cNvSpPr>
            <a:spLocks noGrp="1"/>
          </p:cNvSpPr>
          <p:nvPr>
            <p:ph type="title"/>
          </p:nvPr>
        </p:nvSpPr>
        <p:spPr>
          <a:xfrm>
            <a:off x="736859" y="2692444"/>
            <a:ext cx="9314796" cy="4492401"/>
          </a:xfrm>
        </p:spPr>
        <p:txBody>
          <a:bodyPr/>
          <a:lstStyle/>
          <a:p>
            <a:r>
              <a:rPr lang="ar-EG" dirty="0"/>
              <a:t>هل هذه مفاجأة </a:t>
            </a:r>
            <a:br>
              <a:rPr lang="ar-EG" dirty="0"/>
            </a:br>
            <a:r>
              <a:rPr lang="ar-EG" dirty="0"/>
              <a:t>أم أن الله ﷻ أخبرنا بهذا؟</a:t>
            </a:r>
          </a:p>
        </p:txBody>
      </p:sp>
      <p:sp>
        <p:nvSpPr>
          <p:cNvPr id="11" name="عنصر نائب للنص 10">
            <a:extLst>
              <a:ext uri="{FF2B5EF4-FFF2-40B4-BE49-F238E27FC236}">
                <a16:creationId xmlns:a16="http://schemas.microsoft.com/office/drawing/2014/main" id="{EB423361-071C-3A4B-CB5C-DAEC3670E3D0}"/>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17671396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8B14975-B1DE-9CF4-DC6E-A87E7D788C98}"/>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3A82D260-6CFE-9BAA-6958-270E597CBFBF}"/>
              </a:ext>
            </a:extLst>
          </p:cNvPr>
          <p:cNvSpPr>
            <a:spLocks noGrp="1"/>
          </p:cNvSpPr>
          <p:nvPr>
            <p:ph idx="1"/>
          </p:nvPr>
        </p:nvSpPr>
        <p:spPr/>
        <p:txBody>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ﵟ‌وَلَنَبۡلُوَنَّكُم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بِشَيۡء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ٱلۡخَوۡفِ</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وَٱلۡجُوعِ</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وَنَقۡص</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ٱلۡأَمۡوَٰلِ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وَٱلۡأَنفُسِ</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وَٱلثَّمَرَٰتِۗ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وَبَشِّرِ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ٱلصَّٰبِرِينَ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١٥٥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إِذَآ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أَصَٰبَتۡهُم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مُّصِيبَةٞ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قَالُوٓاْ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إِنَّا لِلَّهِ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وَإِنَّآ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إِلَيۡهِ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رَٰجِعُونَ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١٥٦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أُوْلَٰٓئِكَ</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صَلَوَٰتٞ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رَّبِّهِمۡ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وَرَحۡمَةٞۖ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وَأُوْلَٰٓئِكَ</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هُمُ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ٱلۡمُهۡتَدُونَ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١٥٧ ﵞ </a:t>
            </a:r>
            <a:b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b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[البقرة: 155-157]  </a:t>
            </a:r>
            <a:endParaRPr lang="ar-EG"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053006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عنوان 10">
            <a:extLst>
              <a:ext uri="{FF2B5EF4-FFF2-40B4-BE49-F238E27FC236}">
                <a16:creationId xmlns:a16="http://schemas.microsoft.com/office/drawing/2014/main" id="{0276D4DA-C992-1B3B-D811-C0BD01501B29}"/>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1D49B926-CD99-F47A-F060-C1470227F7D8}"/>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لَتُبۡلَوُنَّ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فِيٓ</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أَمۡوَٰلِكُمۡ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وَأَنفُسِكُمۡ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وَلَتَسۡمَعُنَّ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أُوتُواْ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ٱلۡكِتَٰبَ</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قَبۡلِكُمۡ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أَشۡرَكُوٓاْ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أَذٗى</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كَثِيرٗاۚ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وَإِن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تَصۡبِرُواْ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وَتَتَّقُواْ فَإِنَّ ذَٰلِكَ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عَزۡمِ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ٱلۡأُمُورِ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١٨٦ ﵞ </a:t>
            </a: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[آل عمران: 186] </a:t>
            </a:r>
            <a:endParaRPr lang="en-GB"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5878844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ln w="0"/>
                <a:effectLst>
                  <a:outerShdw blurRad="38100" dist="19050" dir="2700000" algn="tl" rotWithShape="0">
                    <a:schemeClr val="dk1">
                      <a:alpha val="40000"/>
                    </a:schemeClr>
                  </a:outerShdw>
                </a:effectLst>
              </a:rPr>
              <a:t>قال السعدي (١٣٧٦ هـ) </a:t>
            </a:r>
            <a:r>
              <a:rPr lang="en-US" dirty="0">
                <a:ln w="0"/>
                <a:effectLst>
                  <a:outerShdw blurRad="38100" dist="19050" dir="2700000" algn="tl" rotWithShape="0">
                    <a:schemeClr val="dk1">
                      <a:alpha val="40000"/>
                    </a:schemeClr>
                  </a:outerShdw>
                </a:effectLst>
                <a:sym typeface="KFGQPC Arabic Symbols 01" panose="02000000000000000000" pitchFamily="2" charset="2"/>
              </a:rPr>
              <a:t></a:t>
            </a:r>
            <a:r>
              <a:rPr lang="ar-EG" dirty="0">
                <a:ln w="0"/>
                <a:effectLst>
                  <a:outerShdw blurRad="38100" dist="19050" dir="2700000" algn="tl" rotWithShape="0">
                    <a:schemeClr val="dk1">
                      <a:alpha val="40000"/>
                    </a:schemeClr>
                  </a:outerShdw>
                </a:effectLst>
              </a:rPr>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fontScale="92500" lnSpcReduction="10000"/>
          </a:bodyPr>
          <a:lstStyle/>
          <a:p>
            <a:pPr marL="0" indent="0" algn="ctr">
              <a:lnSpc>
                <a:spcPct val="150000"/>
              </a:lnSpc>
              <a:buNone/>
            </a:pPr>
            <a:r>
              <a:rPr lang="ar-EG" sz="4800" dirty="0">
                <a:ln w="0"/>
                <a:effectLst>
                  <a:outerShdw blurRad="38100" dist="19050" dir="2700000" algn="tl" rotWithShape="0">
                    <a:schemeClr val="dk1">
                      <a:alpha val="40000"/>
                    </a:schemeClr>
                  </a:outerShdw>
                </a:effectLst>
              </a:rPr>
              <a:t>يخبر تعالى ويخاطب المؤمنين أنهم سيبتلون في أموالهم من النفقات الواجبة والمستحبة، ومن التعريض لإتلافها في سبيل الله، </a:t>
            </a:r>
          </a:p>
          <a:p>
            <a:pPr marL="0" indent="0" algn="ctr">
              <a:lnSpc>
                <a:spcPct val="150000"/>
              </a:lnSpc>
              <a:buNone/>
            </a:pPr>
            <a:r>
              <a:rPr lang="ar-EG" sz="4800" dirty="0">
                <a:ln w="0"/>
                <a:effectLst>
                  <a:outerShdw blurRad="38100" dist="19050" dir="2700000" algn="tl" rotWithShape="0">
                    <a:schemeClr val="dk1">
                      <a:alpha val="40000"/>
                    </a:schemeClr>
                  </a:outerShdw>
                </a:effectLst>
              </a:rPr>
              <a:t>وفي أنفسهم من التكليف بأعباء التكاليف الثقيلة على كثير من الناس، كالجهاد في سبيل الله، والتعرض فيه للتعب والقتل والأسر والجراح، وكالأمراض التي تصيبه في نفسه، أو فيمن يحب.</a:t>
            </a:r>
          </a:p>
        </p:txBody>
      </p:sp>
    </p:spTree>
    <p:extLst>
      <p:ext uri="{BB962C8B-B14F-4D97-AF65-F5344CB8AC3E}">
        <p14:creationId xmlns:p14="http://schemas.microsoft.com/office/powerpoint/2010/main" val="38449404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ln w="0"/>
                <a:effectLst>
                  <a:outerShdw blurRad="38100" dist="19050" dir="2700000" algn="tl" rotWithShape="0">
                    <a:schemeClr val="dk1">
                      <a:alpha val="40000"/>
                    </a:schemeClr>
                  </a:outerShdw>
                </a:effectLst>
              </a:rPr>
              <a:t>قال السعدي (١٣٧٦ هـ) </a:t>
            </a:r>
            <a:r>
              <a:rPr lang="en-US" dirty="0">
                <a:ln w="0"/>
                <a:effectLst>
                  <a:outerShdw blurRad="38100" dist="19050" dir="2700000" algn="tl" rotWithShape="0">
                    <a:schemeClr val="dk1">
                      <a:alpha val="40000"/>
                    </a:schemeClr>
                  </a:outerShdw>
                </a:effectLst>
                <a:sym typeface="KFGQPC Arabic Symbols 01" panose="02000000000000000000" pitchFamily="2" charset="2"/>
              </a:rPr>
              <a:t></a:t>
            </a:r>
            <a:r>
              <a:rPr lang="ar-EG" dirty="0">
                <a:ln w="0"/>
                <a:effectLst>
                  <a:outerShdw blurRad="38100" dist="19050" dir="2700000" algn="tl" rotWithShape="0">
                    <a:schemeClr val="dk1">
                      <a:alpha val="40000"/>
                    </a:schemeClr>
                  </a:outerShdw>
                </a:effectLst>
              </a:rPr>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﴿ولتسمعن من الذين أوتوا الكتاب من قبلكم، ومن الذين أشركوا أذى كثيرا﴾ </a:t>
            </a:r>
          </a:p>
          <a:p>
            <a:pPr marL="0" indent="0" algn="ctr">
              <a:lnSpc>
                <a:spcPct val="150000"/>
              </a:lnSpc>
              <a:buNone/>
            </a:pPr>
            <a:r>
              <a:rPr lang="ar-EG" sz="4400" dirty="0">
                <a:ln w="0"/>
                <a:effectLst>
                  <a:outerShdw blurRad="38100" dist="19050" dir="2700000" algn="tl" rotWithShape="0">
                    <a:schemeClr val="dk1">
                      <a:alpha val="40000"/>
                    </a:schemeClr>
                  </a:outerShdw>
                </a:effectLst>
              </a:rPr>
              <a:t>من الطعن فيكم، وفي دينكم وكتابكم ورسولكم. </a:t>
            </a:r>
            <a:endParaRPr lang="ar-SA"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149303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ln w="0"/>
                <a:effectLst>
                  <a:outerShdw blurRad="38100" dist="19050" dir="2700000" algn="tl" rotWithShape="0">
                    <a:schemeClr val="dk1">
                      <a:alpha val="40000"/>
                    </a:schemeClr>
                  </a:outerShdw>
                </a:effectLst>
              </a:rPr>
              <a:t>قال السعدي (١٣٧٦ هـ) </a:t>
            </a:r>
            <a:r>
              <a:rPr lang="en-US" dirty="0">
                <a:ln w="0"/>
                <a:effectLst>
                  <a:outerShdw blurRad="38100" dist="19050" dir="2700000" algn="tl" rotWithShape="0">
                    <a:schemeClr val="dk1">
                      <a:alpha val="40000"/>
                    </a:schemeClr>
                  </a:outerShdw>
                </a:effectLst>
                <a:sym typeface="KFGQPC Arabic Symbols 01" panose="02000000000000000000" pitchFamily="2" charset="2"/>
              </a:rPr>
              <a:t></a:t>
            </a:r>
            <a:r>
              <a:rPr lang="ar-EG" dirty="0">
                <a:ln w="0"/>
                <a:effectLst>
                  <a:outerShdw blurRad="38100" dist="19050" dir="2700000" algn="tl" rotWithShape="0">
                    <a:schemeClr val="dk1">
                      <a:alpha val="40000"/>
                    </a:schemeClr>
                  </a:outerShdw>
                </a:effectLst>
              </a:rPr>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buNone/>
            </a:pPr>
            <a:r>
              <a:rPr lang="ar-EG" sz="6000" dirty="0">
                <a:ln w="0"/>
                <a:effectLst>
                  <a:outerShdw blurRad="38100" dist="19050" dir="2700000" algn="tl" rotWithShape="0">
                    <a:schemeClr val="dk1">
                      <a:alpha val="40000"/>
                    </a:schemeClr>
                  </a:outerShdw>
                </a:effectLst>
              </a:rPr>
              <a:t>وفي إخباره لعباده المؤمنين بذلك، </a:t>
            </a:r>
          </a:p>
          <a:p>
            <a:pPr marL="0" indent="0" algn="ctr">
              <a:buNone/>
            </a:pPr>
            <a:r>
              <a:rPr lang="ar-EG" sz="6000" dirty="0">
                <a:ln w="0"/>
                <a:effectLst>
                  <a:outerShdw blurRad="38100" dist="19050" dir="2700000" algn="tl" rotWithShape="0">
                    <a:schemeClr val="dk1">
                      <a:alpha val="40000"/>
                    </a:schemeClr>
                  </a:outerShdw>
                </a:effectLst>
              </a:rPr>
              <a:t>عدة فوائد: </a:t>
            </a:r>
          </a:p>
          <a:p>
            <a:pPr marL="0" indent="0" algn="ctr">
              <a:buNone/>
            </a:pPr>
            <a:r>
              <a:rPr lang="ar-EG" sz="6000" dirty="0">
                <a:ln w="0"/>
                <a:effectLst>
                  <a:outerShdw blurRad="38100" dist="19050" dir="2700000" algn="tl" rotWithShape="0">
                    <a:schemeClr val="dk1">
                      <a:alpha val="40000"/>
                    </a:schemeClr>
                  </a:outerShdw>
                </a:effectLst>
              </a:rPr>
              <a:t>منها</a:t>
            </a:r>
          </a:p>
        </p:txBody>
      </p:sp>
    </p:spTree>
    <p:extLst>
      <p:ext uri="{BB962C8B-B14F-4D97-AF65-F5344CB8AC3E}">
        <p14:creationId xmlns:p14="http://schemas.microsoft.com/office/powerpoint/2010/main" val="108096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ln w="0"/>
                <a:effectLst>
                  <a:outerShdw blurRad="38100" dist="19050" dir="2700000" algn="tl" rotWithShape="0">
                    <a:schemeClr val="dk1">
                      <a:alpha val="40000"/>
                    </a:schemeClr>
                  </a:outerShdw>
                </a:effectLst>
              </a:rPr>
              <a:t>قال السعدي (١٣٧٦ هـ) </a:t>
            </a:r>
            <a:r>
              <a:rPr lang="en-US" dirty="0">
                <a:ln w="0"/>
                <a:effectLst>
                  <a:outerShdw blurRad="38100" dist="19050" dir="2700000" algn="tl" rotWithShape="0">
                    <a:schemeClr val="dk1">
                      <a:alpha val="40000"/>
                    </a:schemeClr>
                  </a:outerShdw>
                </a:effectLst>
                <a:sym typeface="KFGQPC Arabic Symbols 01" panose="02000000000000000000" pitchFamily="2" charset="2"/>
              </a:rPr>
              <a:t></a:t>
            </a:r>
            <a:r>
              <a:rPr lang="ar-EG" dirty="0">
                <a:ln w="0"/>
                <a:effectLst>
                  <a:outerShdw blurRad="38100" dist="19050" dir="2700000" algn="tl" rotWithShape="0">
                    <a:schemeClr val="dk1">
                      <a:alpha val="40000"/>
                    </a:schemeClr>
                  </a:outerShdw>
                </a:effectLst>
              </a:rPr>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6000" dirty="0">
                <a:ln w="0"/>
                <a:effectLst>
                  <a:outerShdw blurRad="38100" dist="19050" dir="2700000" algn="tl" rotWithShape="0">
                    <a:schemeClr val="dk1">
                      <a:alpha val="40000"/>
                    </a:schemeClr>
                  </a:outerShdw>
                </a:effectLst>
              </a:rPr>
              <a:t>أن حكمته تعالى تقتضي ذلك، </a:t>
            </a:r>
          </a:p>
          <a:p>
            <a:pPr marL="0" indent="0" algn="ctr">
              <a:lnSpc>
                <a:spcPct val="150000"/>
              </a:lnSpc>
              <a:buNone/>
            </a:pPr>
            <a:r>
              <a:rPr lang="ar-EG" sz="6000" dirty="0">
                <a:ln w="0"/>
                <a:effectLst>
                  <a:outerShdw blurRad="38100" dist="19050" dir="2700000" algn="tl" rotWithShape="0">
                    <a:schemeClr val="dk1">
                      <a:alpha val="40000"/>
                    </a:schemeClr>
                  </a:outerShdw>
                </a:effectLst>
              </a:rPr>
              <a:t>ليتميز المؤمن الصادق من غيره. </a:t>
            </a:r>
            <a:endParaRPr lang="ar-SA" sz="60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1862932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ln w="0"/>
                <a:effectLst>
                  <a:outerShdw blurRad="38100" dist="19050" dir="2700000" algn="tl" rotWithShape="0">
                    <a:schemeClr val="dk1">
                      <a:alpha val="40000"/>
                    </a:schemeClr>
                  </a:outerShdw>
                </a:effectLst>
              </a:rPr>
              <a:t>قال السعدي (١٣٧٦ هـ) </a:t>
            </a:r>
            <a:r>
              <a:rPr lang="en-US" dirty="0">
                <a:ln w="0"/>
                <a:effectLst>
                  <a:outerShdw blurRad="38100" dist="19050" dir="2700000" algn="tl" rotWithShape="0">
                    <a:schemeClr val="dk1">
                      <a:alpha val="40000"/>
                    </a:schemeClr>
                  </a:outerShdw>
                </a:effectLst>
                <a:sym typeface="KFGQPC Arabic Symbols 01" panose="02000000000000000000" pitchFamily="2" charset="2"/>
              </a:rPr>
              <a:t></a:t>
            </a:r>
            <a:r>
              <a:rPr lang="ar-EG" dirty="0">
                <a:ln w="0"/>
                <a:effectLst>
                  <a:outerShdw blurRad="38100" dist="19050" dir="2700000" algn="tl" rotWithShape="0">
                    <a:schemeClr val="dk1">
                      <a:alpha val="40000"/>
                    </a:schemeClr>
                  </a:outerShdw>
                </a:effectLst>
              </a:rPr>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ومنها: أنه تعالى يقدر عليهم هذه الأمور، لما يريده بهم من الخير ليعلي درجاتهم، ويكفر من سيئاتهم، وليزداد بذلك إيمانهم، ويتم به إيقانهم، فإنه إذا أخبرهم بذلك ووقع كما أخبر ﴿قالوا هذا ما وعدنا الله ورسوله، وصدق الله ورسوله، وما زادهم إلا إيمانا وتسليما﴾ </a:t>
            </a:r>
            <a:endParaRPr lang="ar-SA"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038802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ln w="0"/>
                <a:effectLst>
                  <a:outerShdw blurRad="38100" dist="19050" dir="2700000" algn="tl" rotWithShape="0">
                    <a:schemeClr val="dk1">
                      <a:alpha val="40000"/>
                    </a:schemeClr>
                  </a:outerShdw>
                </a:effectLst>
              </a:rPr>
              <a:t>قال السعدي (١٣٧٦ هـ) </a:t>
            </a:r>
            <a:r>
              <a:rPr lang="en-US" dirty="0">
                <a:ln w="0"/>
                <a:effectLst>
                  <a:outerShdw blurRad="38100" dist="19050" dir="2700000" algn="tl" rotWithShape="0">
                    <a:schemeClr val="dk1">
                      <a:alpha val="40000"/>
                    </a:schemeClr>
                  </a:outerShdw>
                </a:effectLst>
                <a:sym typeface="KFGQPC Arabic Symbols 01" panose="02000000000000000000" pitchFamily="2" charset="2"/>
              </a:rPr>
              <a:t></a:t>
            </a:r>
            <a:r>
              <a:rPr lang="ar-EG" dirty="0">
                <a:ln w="0"/>
                <a:effectLst>
                  <a:outerShdw blurRad="38100" dist="19050" dir="2700000" algn="tl" rotWithShape="0">
                    <a:schemeClr val="dk1">
                      <a:alpha val="40000"/>
                    </a:schemeClr>
                  </a:outerShdw>
                </a:effectLst>
              </a:rPr>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ومنها: أنه أخبرهم بذلك لتتوطن نفوسهم على وقوع ذلك، والصبر عليه إذا وقع؛ لأنهم قد استعدوا لوقوعه، فيهون عليهم حمله، وتخف عليهم مؤنته، ويلجئون إلى الصبر والتقوى، ولهذا قال: </a:t>
            </a:r>
            <a:endParaRPr lang="ar-SA"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406877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ln w="0"/>
                <a:effectLst>
                  <a:outerShdw blurRad="38100" dist="19050" dir="2700000" algn="tl" rotWithShape="0">
                    <a:schemeClr val="dk1">
                      <a:alpha val="40000"/>
                    </a:schemeClr>
                  </a:outerShdw>
                </a:effectLst>
              </a:rPr>
              <a:t>قال السعدي (١٣٧٦ هـ) </a:t>
            </a:r>
            <a:r>
              <a:rPr lang="en-US" dirty="0">
                <a:ln w="0"/>
                <a:effectLst>
                  <a:outerShdw blurRad="38100" dist="19050" dir="2700000" algn="tl" rotWithShape="0">
                    <a:schemeClr val="dk1">
                      <a:alpha val="40000"/>
                    </a:schemeClr>
                  </a:outerShdw>
                </a:effectLst>
                <a:sym typeface="KFGQPC Arabic Symbols 01" panose="02000000000000000000" pitchFamily="2" charset="2"/>
              </a:rPr>
              <a:t></a:t>
            </a:r>
            <a:r>
              <a:rPr lang="ar-EG" dirty="0">
                <a:ln w="0"/>
                <a:effectLst>
                  <a:outerShdw blurRad="38100" dist="19050" dir="2700000" algn="tl" rotWithShape="0">
                    <a:schemeClr val="dk1">
                      <a:alpha val="40000"/>
                    </a:schemeClr>
                  </a:outerShdw>
                </a:effectLst>
              </a:rPr>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﴿وإن تصبروا وتتقوا﴾ أي: إن تصبروا على ما نالكم في أموالكم وأنفسكم، من الابتلاء والامتحان وعلى أذية الظالمين، وتتقوا الله في ذلك الصبر بأن تنووا به وجه الله والتقرب إليه، ولم تتعدوا في صبركم الحد الشرعي من الصبر في موضع لا يحل لكم فيه الاحتمال، بل وظيفتكم فيه الانتقام من أعداء الله.</a:t>
            </a:r>
          </a:p>
        </p:txBody>
      </p:sp>
    </p:spTree>
    <p:extLst>
      <p:ext uri="{BB962C8B-B14F-4D97-AF65-F5344CB8AC3E}">
        <p14:creationId xmlns:p14="http://schemas.microsoft.com/office/powerpoint/2010/main" val="38784253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ln w="0"/>
                <a:effectLst>
                  <a:outerShdw blurRad="38100" dist="19050" dir="2700000" algn="tl" rotWithShape="0">
                    <a:schemeClr val="dk1">
                      <a:alpha val="40000"/>
                    </a:schemeClr>
                  </a:outerShdw>
                </a:effectLst>
              </a:rPr>
              <a:t>قال السعدي (١٣٧٦ هـ) </a:t>
            </a:r>
            <a:r>
              <a:rPr lang="en-US" dirty="0">
                <a:ln w="0"/>
                <a:effectLst>
                  <a:outerShdw blurRad="38100" dist="19050" dir="2700000" algn="tl" rotWithShape="0">
                    <a:schemeClr val="dk1">
                      <a:alpha val="40000"/>
                    </a:schemeClr>
                  </a:outerShdw>
                </a:effectLst>
                <a:sym typeface="KFGQPC Arabic Symbols 01" panose="02000000000000000000" pitchFamily="2" charset="2"/>
              </a:rPr>
              <a:t></a:t>
            </a:r>
            <a:r>
              <a:rPr lang="ar-EG" dirty="0">
                <a:ln w="0"/>
                <a:effectLst>
                  <a:outerShdw blurRad="38100" dist="19050" dir="2700000" algn="tl" rotWithShape="0">
                    <a:schemeClr val="dk1">
                      <a:alpha val="40000"/>
                    </a:schemeClr>
                  </a:outerShdw>
                </a:effectLst>
              </a:rPr>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5400" dirty="0">
                <a:ln w="0"/>
                <a:effectLst>
                  <a:outerShdw blurRad="38100" dist="19050" dir="2700000" algn="tl" rotWithShape="0">
                    <a:schemeClr val="dk1">
                      <a:alpha val="40000"/>
                    </a:schemeClr>
                  </a:outerShdw>
                </a:effectLst>
              </a:rPr>
              <a:t>﴿فإن ذلك من عزم الأمور﴾ أي: من الأمور التي يعزم عليها، وينافس فيها، ولا يوفق لها إلا أهل العزائم والهمم العالية</a:t>
            </a:r>
            <a:endParaRPr lang="ar-SA" sz="5400" dirty="0">
              <a:ln w="0"/>
              <a:effectLst>
                <a:outerShdw blurRad="38100" dist="19050" dir="2700000" algn="tl" rotWithShape="0">
                  <a:schemeClr val="dk1">
                    <a:alpha val="40000"/>
                  </a:schemeClr>
                </a:outerShdw>
              </a:effectLst>
            </a:endParaRPr>
          </a:p>
          <a:p>
            <a:pPr marL="0" indent="0" algn="ctr">
              <a:lnSpc>
                <a:spcPct val="150000"/>
              </a:lnSpc>
              <a:buNone/>
            </a:pPr>
            <a:r>
              <a:rPr lang="ar-EG" sz="5400" dirty="0">
                <a:ln w="0"/>
                <a:effectLst>
                  <a:outerShdw blurRad="38100" dist="19050" dir="2700000" algn="tl" rotWithShape="0">
                    <a:schemeClr val="dk1">
                      <a:alpha val="40000"/>
                    </a:schemeClr>
                  </a:outerShdw>
                </a:effectLst>
              </a:rPr>
              <a:t> كما قال تعالى: ﴿وما يلقاها إلا الذين صبروا، وما يلقاها إلا ذو حظ عظيم﴾ </a:t>
            </a:r>
          </a:p>
        </p:txBody>
      </p:sp>
    </p:spTree>
    <p:extLst>
      <p:ext uri="{BB962C8B-B14F-4D97-AF65-F5344CB8AC3E}">
        <p14:creationId xmlns:p14="http://schemas.microsoft.com/office/powerpoint/2010/main" val="12689536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F1164FB-9E18-9F4E-F835-4E9A706B2FFF}"/>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2169587C-1C23-3BFA-1C75-09BE174AB685}"/>
              </a:ext>
            </a:extLst>
          </p:cNvPr>
          <p:cNvSpPr>
            <a:spLocks noGrp="1"/>
          </p:cNvSpPr>
          <p:nvPr>
            <p:ph idx="1"/>
          </p:nvPr>
        </p:nvSpPr>
        <p:spPr/>
        <p:txBody>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ﵟ‌وَلَنَبۡلُوَنَّكُمۡ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حَتَّىٰ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نَعۡلَمَ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ٱلۡمُجَٰهِدِينَ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وَٱلصَّٰبِرِينَ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وَنَبۡلُوَاْ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أَخۡبَارَكُمۡ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٣١ﵞ </a:t>
            </a: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[محمد: 31]  </a:t>
            </a:r>
            <a:endParaRPr lang="ar-EG"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8320672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40C1D76-C334-C712-0892-D9C343395144}"/>
              </a:ext>
            </a:extLst>
          </p:cNvPr>
          <p:cNvSpPr>
            <a:spLocks noGrp="1"/>
          </p:cNvSpPr>
          <p:nvPr>
            <p:ph type="title"/>
          </p:nvPr>
        </p:nvSpPr>
        <p:spPr>
          <a:xfrm>
            <a:off x="736859" y="2692444"/>
            <a:ext cx="9314796" cy="4492401"/>
          </a:xfrm>
        </p:spPr>
        <p:txBody>
          <a:bodyPr/>
          <a:lstStyle/>
          <a:p>
            <a:r>
              <a:rPr lang="ar-EG" dirty="0"/>
              <a:t>هل هناك صلة بين نعيم الدنيا</a:t>
            </a:r>
            <a:br>
              <a:rPr lang="ar-SA" dirty="0"/>
            </a:br>
            <a:r>
              <a:rPr lang="ar-EG" dirty="0"/>
              <a:t>والكرامة على الله ﷻ ؟</a:t>
            </a:r>
          </a:p>
        </p:txBody>
      </p:sp>
      <p:sp>
        <p:nvSpPr>
          <p:cNvPr id="13" name="عنصر نائب للنص 12">
            <a:extLst>
              <a:ext uri="{FF2B5EF4-FFF2-40B4-BE49-F238E27FC236}">
                <a16:creationId xmlns:a16="http://schemas.microsoft.com/office/drawing/2014/main" id="{83EED6BC-A190-B0E0-6640-AB1D336EE581}"/>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26534313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134B9089-4C41-8A70-C24B-873BC22D18E9}"/>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2DABA8D1-175F-F51A-869D-97D3E8CEC5F4}"/>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6600" dirty="0">
                <a:ln w="0"/>
                <a:effectLst>
                  <a:outerShdw blurRad="38100" dist="19050" dir="2700000" algn="tl" rotWithShape="0">
                    <a:schemeClr val="dk1">
                      <a:alpha val="40000"/>
                    </a:schemeClr>
                  </a:outerShdw>
                </a:effectLst>
              </a:rPr>
              <a:t>الصلة منقطعة تماما بينما يقع بِكُم في أمور الدين والدنيا </a:t>
            </a:r>
            <a:r>
              <a:rPr lang="ar-SA" sz="6600" dirty="0">
                <a:ln w="0"/>
                <a:effectLst>
                  <a:outerShdw blurRad="38100" dist="19050" dir="2700000" algn="tl" rotWithShape="0">
                    <a:schemeClr val="dk1">
                      <a:alpha val="40000"/>
                    </a:schemeClr>
                  </a:outerShdw>
                </a:effectLst>
              </a:rPr>
              <a:t>من ابتلاءات </a:t>
            </a:r>
            <a:br>
              <a:rPr lang="ar-SA" sz="6600" dirty="0">
                <a:ln w="0"/>
                <a:effectLst>
                  <a:outerShdw blurRad="38100" dist="19050" dir="2700000" algn="tl" rotWithShape="0">
                    <a:schemeClr val="dk1">
                      <a:alpha val="40000"/>
                    </a:schemeClr>
                  </a:outerShdw>
                </a:effectLst>
              </a:rPr>
            </a:br>
            <a:r>
              <a:rPr lang="ar-EG" sz="6600" dirty="0">
                <a:ln w="0"/>
                <a:effectLst>
                  <a:outerShdw blurRad="38100" dist="19050" dir="2700000" algn="tl" rotWithShape="0">
                    <a:schemeClr val="dk1">
                      <a:alpha val="40000"/>
                    </a:schemeClr>
                  </a:outerShdw>
                </a:effectLst>
              </a:rPr>
              <a:t>وبين مسألة الكرامة على الله ﷻ </a:t>
            </a:r>
            <a:endParaRPr lang="ar-SA" sz="66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832832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CD9A6322-7848-7014-7AFD-EA6432536F76}"/>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2DABA8D1-175F-F51A-869D-97D3E8CEC5F4}"/>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6000" dirty="0">
                <a:ln w="0"/>
                <a:effectLst>
                  <a:outerShdw blurRad="38100" dist="19050" dir="2700000" algn="tl" rotWithShape="0">
                    <a:schemeClr val="dk1">
                      <a:alpha val="40000"/>
                    </a:schemeClr>
                  </a:outerShdw>
                </a:effectLst>
              </a:rPr>
              <a:t>لا يدل ما يحدث هذا على أن</a:t>
            </a:r>
            <a:r>
              <a:rPr lang="ar-SA" sz="6000" dirty="0">
                <a:ln w="0"/>
                <a:effectLst>
                  <a:outerShdw blurRad="38100" dist="19050" dir="2700000" algn="tl" rotWithShape="0">
                    <a:schemeClr val="dk1">
                      <a:alpha val="40000"/>
                    </a:schemeClr>
                  </a:outerShdw>
                </a:effectLst>
              </a:rPr>
              <a:t>ه لا كرامة للمسلمين على الله ﷻ </a:t>
            </a:r>
          </a:p>
          <a:p>
            <a:pPr marL="0" indent="0" algn="ctr">
              <a:lnSpc>
                <a:spcPct val="150000"/>
              </a:lnSpc>
              <a:buNone/>
            </a:pPr>
            <a:r>
              <a:rPr lang="ar-SA" sz="6000" dirty="0">
                <a:ln w="0"/>
                <a:effectLst>
                  <a:outerShdw blurRad="38100" dist="19050" dir="2700000" algn="tl" rotWithShape="0">
                    <a:schemeClr val="dk1">
                      <a:alpha val="40000"/>
                    </a:schemeClr>
                  </a:outerShdw>
                </a:effectLst>
              </a:rPr>
              <a:t>إن هم استمسكوا بكتابه وسنة رسوله ﷺ</a:t>
            </a:r>
          </a:p>
        </p:txBody>
      </p:sp>
    </p:spTree>
    <p:extLst>
      <p:ext uri="{BB962C8B-B14F-4D97-AF65-F5344CB8AC3E}">
        <p14:creationId xmlns:p14="http://schemas.microsoft.com/office/powerpoint/2010/main" val="38049443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614E7139-B80E-67A5-F186-50794C5B2B50}"/>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2DABA8D1-175F-F51A-869D-97D3E8CEC5F4}"/>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5400" dirty="0">
                <a:ln w="0"/>
                <a:effectLst>
                  <a:outerShdw blurRad="38100" dist="19050" dir="2700000" algn="tl" rotWithShape="0">
                    <a:schemeClr val="dk1">
                      <a:alpha val="40000"/>
                    </a:schemeClr>
                  </a:outerShdw>
                </a:effectLst>
              </a:rPr>
              <a:t>ل</a:t>
            </a:r>
            <a:r>
              <a:rPr lang="ar-SA" sz="5400" dirty="0" err="1">
                <a:ln w="0"/>
                <a:effectLst>
                  <a:outerShdw blurRad="38100" dist="19050" dir="2700000" algn="tl" rotWithShape="0">
                    <a:schemeClr val="dk1">
                      <a:alpha val="40000"/>
                    </a:schemeClr>
                  </a:outerShdw>
                </a:effectLst>
              </a:rPr>
              <a:t>نا</a:t>
            </a:r>
            <a:r>
              <a:rPr lang="ar-EG" sz="5400" dirty="0">
                <a:ln w="0"/>
                <a:effectLst>
                  <a:outerShdw blurRad="38100" dist="19050" dir="2700000" algn="tl" rotWithShape="0">
                    <a:schemeClr val="dk1">
                      <a:alpha val="40000"/>
                    </a:schemeClr>
                  </a:outerShdw>
                </a:effectLst>
              </a:rPr>
              <a:t> فيما سبق ذكره من قصص أنبياء الله ورسله وصحابة نبينا محمد ﷺ تعزية وسلوان</a:t>
            </a:r>
            <a:endParaRPr lang="ar-SA" sz="5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849116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7D104F21-563C-DB84-33D5-8500506DCC21}"/>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2DABA8D1-175F-F51A-869D-97D3E8CEC5F4}"/>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5400" dirty="0">
                <a:ln w="0"/>
                <a:effectLst>
                  <a:outerShdw blurRad="38100" dist="19050" dir="2700000" algn="tl" rotWithShape="0">
                    <a:schemeClr val="dk1">
                      <a:alpha val="40000"/>
                    </a:schemeClr>
                  </a:outerShdw>
                </a:effectLst>
              </a:rPr>
              <a:t>حتى وإن ملكوا الدنيا، الدنيا ليست المعيار</a:t>
            </a:r>
          </a:p>
          <a:p>
            <a:pPr marL="0" indent="0" algn="ctr">
              <a:lnSpc>
                <a:spcPct val="150000"/>
              </a:lnSpc>
              <a:buNone/>
            </a:pPr>
            <a:r>
              <a:rPr lang="ar-EG" sz="5400" dirty="0">
                <a:ln w="0"/>
                <a:effectLst>
                  <a:outerShdw blurRad="38100" dist="19050" dir="2700000" algn="tl" rotWithShape="0">
                    <a:schemeClr val="dk1">
                      <a:alpha val="40000"/>
                    </a:schemeClr>
                  </a:outerShdw>
                </a:effectLst>
              </a:rPr>
              <a:t>احذر من المعايير الفاسدة</a:t>
            </a:r>
            <a:endParaRPr lang="ar-SA" sz="5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629071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7D104F21-563C-DB84-33D5-8500506DCC21}"/>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2DABA8D1-175F-F51A-869D-97D3E8CEC5F4}"/>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5400" dirty="0">
                <a:ln w="0"/>
                <a:effectLst>
                  <a:outerShdw blurRad="38100" dist="19050" dir="2700000" algn="tl" rotWithShape="0">
                    <a:schemeClr val="dk1">
                      <a:alpha val="40000"/>
                    </a:schemeClr>
                  </a:outerShdw>
                </a:effectLst>
              </a:rPr>
              <a:t>النصر الحقيقي يكون في تثبيت الله ﷻ</a:t>
            </a:r>
            <a:endParaRPr lang="ar-SA" sz="5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3069352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7D104F21-563C-DB84-33D5-8500506DCC21}"/>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2DABA8D1-175F-F51A-869D-97D3E8CEC5F4}"/>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5400" dirty="0">
                <a:ln w="0"/>
                <a:effectLst>
                  <a:outerShdw blurRad="38100" dist="19050" dir="2700000" algn="tl" rotWithShape="0">
                    <a:schemeClr val="dk1">
                      <a:alpha val="40000"/>
                    </a:schemeClr>
                  </a:outerShdw>
                </a:effectLst>
              </a:rPr>
              <a:t>وتأمل في الآيات التالية تجد هذه المعاني بوضوح</a:t>
            </a:r>
            <a:endParaRPr lang="ar-SA" sz="5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9582185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987E12AB-6589-D242-0F2E-B87C1F620935}"/>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498A6C62-2CD7-2831-9F35-C59EBC69C005}"/>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ﵟوَٱصۡبِرۡ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نَفۡسَكَ</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مَعَ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يَدۡعُونَ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رَبَّهُم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بِٱلۡغَدَوٰةِ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وَٱلۡعَشِيِّ</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يُرِيدُونَ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وَجۡهَهُۥۖ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تَعۡدُ</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عَيۡنَاكَ</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عَنۡهُمۡ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تُرِيدُ زِينَةَ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ٱلۡحَيَوٰةِ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ٱلدُّنۡيَاۖ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تُطِعۡ</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أَغۡفَلۡنَا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قَلۡبَهُۥ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ذِكۡرِنَا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وَٱتَّبَعَ</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هَوَىٰهُ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وَكَانَ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أَمۡرُهُۥ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فُرُطٗا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٢٨ ﵞ</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5239229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987E12AB-6589-D242-0F2E-B87C1F620935}"/>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498A6C62-2CD7-2831-9F35-C59EBC69C005}"/>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 وَقُلِ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ٱلۡحَقُّ</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رَّبِّكُمۡۖ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شَآءَ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فَلۡيُؤۡمِن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شَآءَ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فَلۡيَكۡفُرۡۚ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أَعۡتَدۡنَا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لِلظَّٰلِمِينَ نَارًا أَحَاطَ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سُرَادِقُهَاۚ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وَإِن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يَسۡتَغِيثُواْ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يُغَاثُواْ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بِمَآء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كَٱلۡمُهۡلِ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يَشۡوِي</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ٱلۡوُجُوهَۚ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بِئۡسَ</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ٱلشَّرَابُ</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وَسَآءَتۡ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مُرۡتَفَقًا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٢٩ ﵞ</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253252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987E12AB-6589-D242-0F2E-B87C1F620935}"/>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498A6C62-2CD7-2831-9F35-C59EBC69C005}"/>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 إِنَّ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ءَامَنُواْ وَعَمِلُواْ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ٱلصَّٰلِحَٰتِ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إِنَّا لَا نُضِيعُ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أَجۡرَ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أَحۡسَنَ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عَمَلًا ٣٠ ﵞ [الكهف: 28-30] </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374527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92BC900F-E49D-9FB0-9614-385834D4169E}"/>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AA68A16C-6309-B3C5-84A7-A3EC870208C4}"/>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ﵟوَكَانَ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ثَمَرٞ فَقَالَ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لِصَٰحِبِهِۦ</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وَهُوَ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يُحَاوِرُهُۥٓ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أَكۡثَرُ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مِنكَ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مَالٗا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وَأَعَزُّ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نَفَرٗا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٣٤ﵞ </a:t>
            </a: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[الكهف: 34] </a:t>
            </a:r>
            <a:endParaRPr lang="en-GB"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5808464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9F1E6C3E-BBA0-919D-3896-615B2C218199}"/>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A1CD6253-FC79-447B-8711-13D797A8EE6E}"/>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ﵟوَقَالَ</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نَبِيُّهُمۡ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قَدۡ</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بَعَثَ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لَكُمۡ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‌طَالُوتَ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مَلِكٗاۚ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قَالُوٓاْ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أَنَّىٰ يَكُونُ لَهُ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ٱلۡمُلۡكُ</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عَلَيۡنَا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وَنَحۡنُ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أَحَقُّ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بِٱلۡمُلۡكِ</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وَلَمۡ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يُؤۡتَ</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سَعَةٗ مِّنَ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ٱلۡمَالِۚ</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قَالَ إِنَّ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ٱصۡطَفَىٰهُ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عَلَيۡكُمۡ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وَزَادَهُۥ</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بَسۡطَة</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فِي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ٱلۡعِلۡمِ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وَٱلۡجِسۡمِۖ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يُؤۡتِي</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مُلۡكَهُۥ</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يَشَآءُۚ</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وَٰسِعٌ عَلِيمٞ ٢٤٧ ﵞ </a:t>
            </a: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[البقرة: 247] </a:t>
            </a:r>
            <a:endParaRPr lang="en-GB"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498114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AA72021E-2374-166F-0753-ACA24195D71B}"/>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610057A0-5A18-3B15-B59B-F71770F2A7E8}"/>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ﵟوَقَالُواْ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مَا لَنَا لَا نَرَىٰ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رِجَالٗا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كُنَّا نَعُدُّهُم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ٱلۡأَشۡرَارِ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٦٢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أَتَّخَذۡنَٰهُمۡ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سِخۡرِيًّا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زَاغَتۡ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عَنۡهُمُ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ٱلۡأَبۡصَٰرُ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٦٣ إِنَّ ذَٰلِكَ لَحَقّٞ ‌تَخَاصُمُ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أَهۡلِ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ٱلنَّارِ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٦٤ ﵞ </a:t>
            </a: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[ص: 62-64] </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274899469"/>
      </p:ext>
    </p:extLst>
  </p:cSld>
  <p:clrMapOvr>
    <a:overrideClrMapping bg1="lt1" tx1="dk1" bg2="lt2" tx2="dk2" accent1="accent1" accent2="accent2" accent3="accent3" accent4="accent4" accent5="accent5" accent6="accent6" hlink="hlink" folHlink="folHlink"/>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3ADC34D-55F6-B0A1-54EB-27993A8053C6}"/>
              </a:ext>
            </a:extLst>
          </p:cNvPr>
          <p:cNvSpPr>
            <a:spLocks noGrp="1"/>
          </p:cNvSpPr>
          <p:nvPr>
            <p:ph type="title"/>
          </p:nvPr>
        </p:nvSpPr>
        <p:spPr>
          <a:xfrm>
            <a:off x="736859" y="2692444"/>
            <a:ext cx="9314796" cy="4492401"/>
          </a:xfrm>
        </p:spPr>
        <p:txBody>
          <a:bodyPr/>
          <a:lstStyle/>
          <a:p>
            <a:r>
              <a:rPr lang="ar-EG" dirty="0"/>
              <a:t>كيف يكون الكفار في </a:t>
            </a:r>
            <a:r>
              <a:rPr lang="ar-SA" dirty="0"/>
              <a:t>كلِّ </a:t>
            </a:r>
            <a:r>
              <a:rPr lang="ar-EG" dirty="0"/>
              <a:t>هذا النعيم </a:t>
            </a:r>
            <a:br>
              <a:rPr lang="ar-SA" dirty="0"/>
            </a:br>
            <a:r>
              <a:rPr lang="ar-EG" dirty="0"/>
              <a:t>وحال المسلمين لا يخفى على أحد؟</a:t>
            </a:r>
          </a:p>
        </p:txBody>
      </p:sp>
      <p:sp>
        <p:nvSpPr>
          <p:cNvPr id="13" name="عنصر نائب للنص 12">
            <a:extLst>
              <a:ext uri="{FF2B5EF4-FFF2-40B4-BE49-F238E27FC236}">
                <a16:creationId xmlns:a16="http://schemas.microsoft.com/office/drawing/2014/main" id="{08ACA2E9-A12A-3ABE-762F-09902E586980}"/>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39719458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D46CB720-A639-DCF3-6C4C-D5692A4D1494}"/>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9967E139-04DF-7242-D9F7-9133974932D4}"/>
              </a:ext>
            </a:extLst>
          </p:cNvPr>
          <p:cNvSpPr>
            <a:spLocks noGrp="1"/>
          </p:cNvSpPr>
          <p:nvPr>
            <p:ph idx="1"/>
          </p:nvPr>
        </p:nvSpPr>
        <p:spPr>
          <a:xfrm>
            <a:off x="742484" y="2874937"/>
            <a:ext cx="9314796" cy="6852350"/>
          </a:xfrm>
        </p:spPr>
        <p:txBody>
          <a:bodyPr>
            <a:normAutofit fontScale="92500"/>
          </a:bodyPr>
          <a:lstStyle/>
          <a:p>
            <a:pPr marL="0" indent="0" algn="ctr">
              <a:lnSpc>
                <a:spcPct val="150000"/>
              </a:lnSpc>
              <a:buNone/>
            </a:pP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ﵟوَلَوۡلَآ</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 يَكُونَ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ٱلنَّاسُ</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أُمَّةٗ وَٰحِدَةٗ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لَّجَعَلۡنَا</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لِمَن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يَكۡفُرُ</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بِٱلرَّحۡمَٰنِ</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لِبُيُوتِهِمۡ</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سُقُفٗا</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فِضَّةٖ وَمَعَارِجَ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عَلَيۡهَا</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يَظۡهَرُونَ</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٣٣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وَلِبُيُوتِهِمۡ</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أَبۡوَٰبٗا</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وَسُرُرًا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عَلَيۡهَا</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يَتَّكِـُٔونَ</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٣٤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وَزُخۡرُفٗاۚ</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وَإِن كُلُّ ذَٰلِكَ لَمَّا مَتَٰعُ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ٱلۡحَيَوٰةِ</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ٱلدُّنۡيَاۚ</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وَٱلۡأٓخِرَةُ</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عِندَ رَبِّكَ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لِلۡمُتَّقِينَ</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٣٥ وَمَن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يَعۡشُ</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عَن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ذِكۡرِ</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ٱلرَّحۡمَٰنِ</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نُقَيِّضۡ</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لَهُۥ</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شَيۡطَٰنٗا</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فَهُوَ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لَهُۥ</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قَرِينٞ ٣٦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وَإِنَّهُمۡ</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لَيَصُدُّونَهُمۡ</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عَنِ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ٱلسَّبِيلِ</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وَيَحۡسَبُونَ</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أَنَّهُم </a:t>
            </a:r>
            <a:r>
              <a:rPr lang="ar-EG" sz="40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مُّهۡتَدُونَ</a:t>
            </a: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٣٧ ﵞ </a:t>
            </a:r>
          </a:p>
          <a:p>
            <a:pPr marL="0" indent="0" algn="ctr">
              <a:lnSpc>
                <a:spcPct val="150000"/>
              </a:lnSpc>
              <a:buNone/>
            </a:pPr>
            <a:r>
              <a:rPr lang="ar-EG" sz="40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[الزخرف: 33-37]  </a:t>
            </a:r>
            <a:endParaRPr lang="en-GB" sz="36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1906324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ln w="0"/>
                <a:effectLst>
                  <a:outerShdw blurRad="38100" dist="19050" dir="2700000" algn="tl" rotWithShape="0">
                    <a:schemeClr val="dk1">
                      <a:alpha val="40000"/>
                    </a:schemeClr>
                  </a:outerShdw>
                </a:effectLst>
              </a:rPr>
              <a:t>قال السعدي (١٣٧٦ هـ) </a:t>
            </a:r>
            <a:r>
              <a:rPr lang="en-US" dirty="0">
                <a:ln w="0"/>
                <a:effectLst>
                  <a:outerShdw blurRad="38100" dist="19050" dir="2700000" algn="tl" rotWithShape="0">
                    <a:schemeClr val="dk1">
                      <a:alpha val="40000"/>
                    </a:schemeClr>
                  </a:outerShdw>
                </a:effectLst>
                <a:sym typeface="KFGQPC Arabic Symbols 01" panose="02000000000000000000" pitchFamily="2" charset="2"/>
              </a:rPr>
              <a:t></a:t>
            </a:r>
            <a:r>
              <a:rPr lang="ar-EG" dirty="0">
                <a:ln w="0"/>
                <a:effectLst>
                  <a:outerShdw blurRad="38100" dist="19050" dir="2700000" algn="tl" rotWithShape="0">
                    <a:schemeClr val="dk1">
                      <a:alpha val="40000"/>
                    </a:schemeClr>
                  </a:outerShdw>
                </a:effectLst>
              </a:rPr>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يخبر تعالى بأن الدنيا لا تسوى عنده شيئا، وأنه لولا لطفه ورحمته بعباده، التي لا يقدم عليها شيئا، لوسَّع الدنيا على الذين كفروا توسيعا عظيما، ولجعل {لِبُيُوتِهِمْ سُقُفًا مِنْ فَضَّةٍ وَمَعَارِجَ} أي: درجا من فضة {عَلَيْهَا يَظْهَرُونَ} على سطوحهم </a:t>
            </a:r>
          </a:p>
        </p:txBody>
      </p:sp>
    </p:spTree>
    <p:extLst>
      <p:ext uri="{BB962C8B-B14F-4D97-AF65-F5344CB8AC3E}">
        <p14:creationId xmlns:p14="http://schemas.microsoft.com/office/powerpoint/2010/main" val="189522546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ln w="0"/>
                <a:effectLst>
                  <a:outerShdw blurRad="38100" dist="19050" dir="2700000" algn="tl" rotWithShape="0">
                    <a:schemeClr val="dk1">
                      <a:alpha val="40000"/>
                    </a:schemeClr>
                  </a:outerShdw>
                </a:effectLst>
              </a:rPr>
              <a:t>قال السعدي (١٣٧٦ هـ) </a:t>
            </a:r>
            <a:r>
              <a:rPr lang="en-US" dirty="0">
                <a:ln w="0"/>
                <a:effectLst>
                  <a:outerShdw blurRad="38100" dist="19050" dir="2700000" algn="tl" rotWithShape="0">
                    <a:schemeClr val="dk1">
                      <a:alpha val="40000"/>
                    </a:schemeClr>
                  </a:outerShdw>
                </a:effectLst>
                <a:sym typeface="KFGQPC Arabic Symbols 01" panose="02000000000000000000" pitchFamily="2" charset="2"/>
              </a:rPr>
              <a:t></a:t>
            </a:r>
            <a:r>
              <a:rPr lang="ar-EG" dirty="0">
                <a:ln w="0"/>
                <a:effectLst>
                  <a:outerShdw blurRad="38100" dist="19050" dir="2700000" algn="tl" rotWithShape="0">
                    <a:schemeClr val="dk1">
                      <a:alpha val="40000"/>
                    </a:schemeClr>
                  </a:outerShdw>
                </a:effectLst>
              </a:rPr>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{وَلِبُيُوتِهِمْ أَبْوَابًا وَسُرُرًا عَلَيْهَا يَتَّكِئُونَ} من فضة، ولجعل لهم {زخرفا} أي: لزخرف لهم دنياهم بأنواع الزخارف، وأعطاهم ما يشتهون، ولكن منعه من ذلك رحمته بعباده خوفا عليهم من التسارع في الكفر وكثرة المعاصي بسبب حب الدنيا، ففي هذا دليل على أنه يمنع العباد بعض أمور الدنيا منعا عاما أو خاصا لمصالحهم</a:t>
            </a:r>
          </a:p>
        </p:txBody>
      </p:sp>
    </p:spTree>
    <p:extLst>
      <p:ext uri="{BB962C8B-B14F-4D97-AF65-F5344CB8AC3E}">
        <p14:creationId xmlns:p14="http://schemas.microsoft.com/office/powerpoint/2010/main" val="40899302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57C234E-D4D1-018F-E9E6-327FB901BCD5}"/>
              </a:ext>
            </a:extLst>
          </p:cNvPr>
          <p:cNvSpPr>
            <a:spLocks noGrp="1"/>
          </p:cNvSpPr>
          <p:nvPr>
            <p:ph type="title"/>
          </p:nvPr>
        </p:nvSpPr>
        <p:spPr>
          <a:xfrm>
            <a:off x="742484" y="574990"/>
            <a:ext cx="9314796" cy="2087455"/>
          </a:xfrm>
        </p:spPr>
        <p:txBody>
          <a:bodyPr/>
          <a:lstStyle/>
          <a:p>
            <a:r>
              <a:rPr lang="ar-EG" dirty="0">
                <a:ln w="0"/>
                <a:effectLst>
                  <a:outerShdw blurRad="38100" dist="19050" dir="2700000" algn="tl" rotWithShape="0">
                    <a:schemeClr val="dk1">
                      <a:alpha val="40000"/>
                    </a:schemeClr>
                  </a:outerShdw>
                </a:effectLst>
              </a:rPr>
              <a:t>قال السعدي (١٣٧٦ هـ) </a:t>
            </a:r>
            <a:r>
              <a:rPr lang="en-US" dirty="0">
                <a:ln w="0"/>
                <a:effectLst>
                  <a:outerShdw blurRad="38100" dist="19050" dir="2700000" algn="tl" rotWithShape="0">
                    <a:schemeClr val="dk1">
                      <a:alpha val="40000"/>
                    </a:schemeClr>
                  </a:outerShdw>
                </a:effectLst>
                <a:sym typeface="KFGQPC Arabic Symbols 01" panose="02000000000000000000" pitchFamily="2" charset="2"/>
              </a:rPr>
              <a:t></a:t>
            </a:r>
            <a:r>
              <a:rPr lang="ar-EG" dirty="0">
                <a:ln w="0"/>
                <a:effectLst>
                  <a:outerShdw blurRad="38100" dist="19050" dir="2700000" algn="tl" rotWithShape="0">
                    <a:schemeClr val="dk1">
                      <a:alpha val="40000"/>
                    </a:schemeClr>
                  </a:outerShdw>
                </a:effectLst>
              </a:rPr>
              <a:t> في "تفسيره"</a:t>
            </a:r>
          </a:p>
        </p:txBody>
      </p:sp>
      <p:sp>
        <p:nvSpPr>
          <p:cNvPr id="3" name="عنصر نائب للمحتوى 2">
            <a:extLst>
              <a:ext uri="{FF2B5EF4-FFF2-40B4-BE49-F238E27FC236}">
                <a16:creationId xmlns:a16="http://schemas.microsoft.com/office/drawing/2014/main" id="{A2A0F14C-9CDB-1731-2D30-87F42BA69811}"/>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400" dirty="0">
                <a:ln w="0"/>
                <a:effectLst>
                  <a:outerShdw blurRad="38100" dist="19050" dir="2700000" algn="tl" rotWithShape="0">
                    <a:schemeClr val="dk1">
                      <a:alpha val="40000"/>
                    </a:schemeClr>
                  </a:outerShdw>
                </a:effectLst>
              </a:rPr>
              <a:t>وأن الدنيا لا تزن عند الله جناح بعوضة، وأن كل هذه المذكورات متاع الحياة الدنيا، منغصة، مكدرة، فانية، وأن الآخرة عند الله تعالى خير للمتقين لربهم بامتثال أوامره واجتناب نواهيه، لأن نعيمها تام كامل من كل وجه، وفي الجنة ما تشتهيه الأنفس وتلذ الأعين، وهم فيها خالدون، </a:t>
            </a:r>
            <a:br>
              <a:rPr lang="ar-EG" sz="4400" dirty="0">
                <a:ln w="0"/>
                <a:effectLst>
                  <a:outerShdw blurRad="38100" dist="19050" dir="2700000" algn="tl" rotWithShape="0">
                    <a:schemeClr val="dk1">
                      <a:alpha val="40000"/>
                    </a:schemeClr>
                  </a:outerShdw>
                </a:effectLst>
              </a:rPr>
            </a:br>
            <a:r>
              <a:rPr lang="ar-EG" sz="4400" dirty="0">
                <a:ln w="0"/>
                <a:effectLst>
                  <a:outerShdw blurRad="38100" dist="19050" dir="2700000" algn="tl" rotWithShape="0">
                    <a:schemeClr val="dk1">
                      <a:alpha val="40000"/>
                    </a:schemeClr>
                  </a:outerShdw>
                </a:effectLst>
              </a:rPr>
              <a:t>فما أشد الفرق بين الدارين</a:t>
            </a:r>
          </a:p>
        </p:txBody>
      </p:sp>
    </p:spTree>
    <p:extLst>
      <p:ext uri="{BB962C8B-B14F-4D97-AF65-F5344CB8AC3E}">
        <p14:creationId xmlns:p14="http://schemas.microsoft.com/office/powerpoint/2010/main" val="50279059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55326805-F160-F27F-5FDF-D2D61DAECC97}"/>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BB923B4F-9650-B2AE-C7B5-FB2A3AAED644}"/>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ﵟ‌فَلَا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تُعۡجِبۡكَ</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أَمۡوَٰلُهُمۡ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أَوۡلَٰدُهُمۡۚ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إِنَّمَا يُرِيدُ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لِيُعَذِّبَهُم بِهَا فِي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ٱلۡحَيَوٰةِ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ٱلدُّنۡيَا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وَتَزۡهَقَ</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أَنفُسُهُمۡ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كَٰفِرُونَ ٥٥ﵞ </a:t>
            </a:r>
            <a:endParaRPr lang="ar-SA"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endParaRP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[التوبة: 55] </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89942976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9D934277-34CA-CB31-3249-9F8D04595A67}"/>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FF08962E-6C95-6771-3E7C-F3B48F306555}"/>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ﵟفَلَمَّا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نَسُواْ مَا ذُكِّرُواْ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بِهِۦ</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فَتَحۡنَا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أَبۡوَٰبَ</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‌كُلِّ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شَيۡءٍ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حَتَّىٰٓ</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إِذَا فَرِحُواْ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أُوتُوٓاْ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أَخَذۡنَٰهُم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بَغۡتَة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فَإِذَا هُم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مُّبۡلِسُونَ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٤٤</a:t>
            </a:r>
            <a:r>
              <a:rPr lang="ar-SA"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فَقُطِعَ دَابِرُ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ٱلۡقَوۡمِ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ظَلَمُواْۚ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وَٱلۡحَمۡدُ</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لِلَّهِ رَبِّ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ٱلۡعَٰلَمِينَ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٤٥ ﵞ </a:t>
            </a:r>
            <a:endParaRPr lang="ar-SA"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endParaRP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[الأنعام: 45-46]  </a:t>
            </a:r>
            <a:endParaRPr lang="en-GB"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5751841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503B0000-D0D8-34BB-E32C-6135AE63B923}"/>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3A602ADC-CE77-A9CC-1689-773A896F7CA7}"/>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ﵟوَٱلَّذِينَ</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كَذَّبُواْ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بِـَٔايَٰتِنَا</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سَنَسۡتَدۡرِجُهُم</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حَيۡثُ</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لَا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يَعۡلَمُونَ</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١٨٢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وَأُمۡلِي</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لَهُمۡۚ</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 </a:t>
            </a:r>
            <a:r>
              <a:rPr lang="ar-EG" sz="5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كَيۡدِي</a:t>
            </a:r>
            <a:r>
              <a:rPr lang="ar-EG"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مَتِينٌ ١٨٣ ﵞ </a:t>
            </a:r>
            <a:endParaRPr lang="ar-SA" sz="5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endParaRP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[الأعراف: 182-183] </a:t>
            </a:r>
            <a:endParaRPr lang="en-GB"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5274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C8F6899-1B6F-2320-AD01-297C591A2BD8}"/>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E1624F70-83D0-E3AD-B218-FE43162600D4}"/>
              </a:ext>
            </a:extLst>
          </p:cNvPr>
          <p:cNvSpPr>
            <a:spLocks noGrp="1"/>
          </p:cNvSpPr>
          <p:nvPr>
            <p:ph idx="1"/>
          </p:nvPr>
        </p:nvSpPr>
        <p:spPr/>
        <p:txBody>
          <a:bodyPr>
            <a:normAutofit/>
          </a:bodyPr>
          <a:lstStyle/>
          <a:p>
            <a:pPr marL="0" indent="0" algn="ctr">
              <a:lnSpc>
                <a:spcPct val="150000"/>
              </a:lnSpc>
              <a:buNone/>
            </a:pP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ﵟوَلَا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يَحۡزُنكَ</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يُسَٰرِعُونَ فِي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ٱلۡكُفۡرِۚ</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إِنَّهُمۡ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لَن يَضُرُّواْ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شَيۡـٔٗاۚ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يُرِيدُ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أَلَّا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يَجۡعَلَ</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حَظّٗا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فِي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ٱلۡأٓخِرَةِۖ</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وَلَهُمۡ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عَذَابٌ عَظِيمٌ ١٧٦ إِنَّ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ٱشۡتَرَوُاْ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ٱلۡكُفۡرَ</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بِٱلۡإِيمَٰنِ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لَن يَضُرُّواْ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شَيۡـٔٗاۖ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وَلَهُمۡ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عَذَابٌ أَلِيمٞ ١٧٧ وَلَا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يَحۡسَبَنَّ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كَفَرُوٓاْ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أَنَّمَا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نُمۡلِي</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خَيۡر</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لِّأَنفُسِهِمۡۚ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إِنَّمَا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نُمۡلِي</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لِيَزۡدَادُوٓاْ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إِثۡمٗاۖ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وَلَهُمۡ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عَذَابٞ مُّهِينٞ ١٧٨ﵞ </a:t>
            </a: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[آل عمران: 176-178]  </a:t>
            </a:r>
            <a:endParaRPr lang="ar-EG"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6871518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C8F6899-1B6F-2320-AD01-297C591A2BD8}"/>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E1624F70-83D0-E3AD-B218-FE43162600D4}"/>
              </a:ext>
            </a:extLst>
          </p:cNvPr>
          <p:cNvSpPr>
            <a:spLocks noGrp="1"/>
          </p:cNvSpPr>
          <p:nvPr>
            <p:ph idx="1"/>
          </p:nvPr>
        </p:nvSpPr>
        <p:spPr/>
        <p:txBody>
          <a:bodyPr>
            <a:normAutofit fontScale="92500" lnSpcReduction="20000"/>
          </a:bodyPr>
          <a:lstStyle/>
          <a:p>
            <a:pPr marL="0" indent="0" algn="ctr">
              <a:lnSpc>
                <a:spcPct val="150000"/>
              </a:lnSpc>
              <a:buNone/>
            </a:pP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ﵟمَّا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كَانَ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لِيَذَرَ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ٱلۡمُؤۡمِنِينَ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عَلَىٰ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أَنتُمۡ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حَتَّىٰ يَمِيزَ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ٱلۡخَبِيثَ</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ٱلطَّيِّبِۗ</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وَمَا كَانَ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لِيُطۡلِعَكُمۡ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عَلَى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ٱلۡغَيۡبِ</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وَلَٰكِنَّ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يَجۡتَبِي</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رُّسُلِهِۦ</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يَشَآءُۖ</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فَـَٔامِنُواْ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وَرُسُلِهِۦۚ</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وَإِن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تُؤۡمِنُواْ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وَتَتَّقُواْ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فَلَكُمۡ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أَجۡرٌ</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عَظِيمٞ ١٧٩ وَلَا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يَحۡسَبَنَّ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يَبۡخَلُونَ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بِمَآ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ءَاتَىٰهُمُ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فَضۡلِهِۦ</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هُوَ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خَيۡرٗا</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بَلۡ</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هُوَ شَرّٞ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لَّهُمۡۖ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سَيُطَوَّقُونَ مَا بَخِلُواْ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بِهِۦ</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يَوۡمَ</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ٱلۡقِيَٰمَةِۗ</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وَلِلَّهِ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مِيرَٰثُ</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ٱلسَّمَٰوَٰتِ</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وَٱلۡأَرۡضِۗ</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وَٱللَّهُ</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بِمَا </a:t>
            </a:r>
            <a:r>
              <a:rPr lang="ar-EG" sz="44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تَعۡمَلُونَ</a:t>
            </a:r>
            <a: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خَبِيرٞ ١٨٠ ﵞ </a:t>
            </a:r>
            <a:br>
              <a:rPr lang="ar-EG" sz="44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b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[آل عمران: 179-180]  </a:t>
            </a:r>
            <a:endParaRPr lang="ar-EG"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28687854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F03F416-1345-8290-3585-421A770FE46B}"/>
              </a:ext>
            </a:extLst>
          </p:cNvPr>
          <p:cNvSpPr>
            <a:spLocks noGrp="1"/>
          </p:cNvSpPr>
          <p:nvPr>
            <p:ph type="title"/>
          </p:nvPr>
        </p:nvSpPr>
        <p:spPr>
          <a:xfrm>
            <a:off x="736859" y="2692444"/>
            <a:ext cx="9314796" cy="4492401"/>
          </a:xfrm>
        </p:spPr>
        <p:txBody>
          <a:bodyPr/>
          <a:lstStyle/>
          <a:p>
            <a:r>
              <a:rPr lang="ar-EG" dirty="0"/>
              <a:t>هل أراد الله ﷻ بالمسلمين الخير </a:t>
            </a:r>
            <a:br>
              <a:rPr lang="ar-SA" dirty="0"/>
            </a:br>
            <a:r>
              <a:rPr lang="ar-EG" dirty="0"/>
              <a:t>رغم الابتلاءات؟</a:t>
            </a:r>
          </a:p>
        </p:txBody>
      </p:sp>
      <p:sp>
        <p:nvSpPr>
          <p:cNvPr id="13" name="عنصر نائب للنص 12">
            <a:extLst>
              <a:ext uri="{FF2B5EF4-FFF2-40B4-BE49-F238E27FC236}">
                <a16:creationId xmlns:a16="http://schemas.microsoft.com/office/drawing/2014/main" id="{E1D23A01-CCB4-AFE1-5945-0438570F33E6}"/>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42615038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F414E9F5-58C0-42AB-5AA5-DAB1F49786BC}"/>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41425FD8-C0E6-0221-6C4A-DFD701961858}"/>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ﵟفَمَن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يُرِدِ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يَهۡدِيَهُۥ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يَشۡرَحۡ</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صَدۡرَهُۥ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لِلۡإِسۡلَٰمِۖ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يُرِدۡ</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أَن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يُضِلَّهُۥ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يَجۡعَلۡ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صَدۡرَهُۥ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ضَيِّقًا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حَرَجٗا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كَأَنَّمَا يَصَّعَّدُ فِي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ٱلسَّمَآءِۚ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كَذَٰلِكَ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يَجۡعَلُ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ٱلرِّجۡسَ</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عَلَى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يُؤۡمِنُونَ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١٢٥ وَهَٰذَا صِرَٰطُ رَبِّكَ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مُسۡتَقِيمٗاۗ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قَدۡ</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فَصَّلۡنَا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ٱلۡأٓيَٰتِ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لِقَوۡم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يَذَّكَّرُونَ ١٢٦ ﵞ </a:t>
            </a:r>
            <a:endParaRPr lang="ar-SA"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endParaRP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[الأنعام: 125-126] </a:t>
            </a:r>
            <a:endParaRPr lang="en-GB"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34613523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A8F1D57-717D-E2D2-73FD-48E9632AF2B3}"/>
              </a:ext>
            </a:extLst>
          </p:cNvPr>
          <p:cNvSpPr>
            <a:spLocks noGrp="1"/>
          </p:cNvSpPr>
          <p:nvPr>
            <p:ph type="title"/>
          </p:nvPr>
        </p:nvSpPr>
        <p:spPr>
          <a:xfrm>
            <a:off x="736859" y="2692444"/>
            <a:ext cx="9314796" cy="4492401"/>
          </a:xfrm>
        </p:spPr>
        <p:txBody>
          <a:bodyPr/>
          <a:lstStyle/>
          <a:p>
            <a:r>
              <a:rPr lang="ar-EG" dirty="0"/>
              <a:t>مِن واجبنا عند الابتلاء</a:t>
            </a:r>
            <a:br>
              <a:rPr lang="ar-EG" dirty="0"/>
            </a:br>
            <a:r>
              <a:rPr lang="ar-EG" dirty="0"/>
              <a:t>نسأل الله ﷻ معافاته</a:t>
            </a:r>
          </a:p>
        </p:txBody>
      </p:sp>
      <p:sp>
        <p:nvSpPr>
          <p:cNvPr id="13" name="عنصر نائب للنص 12">
            <a:extLst>
              <a:ext uri="{FF2B5EF4-FFF2-40B4-BE49-F238E27FC236}">
                <a16:creationId xmlns:a16="http://schemas.microsoft.com/office/drawing/2014/main" id="{B3C7B1DF-9678-959A-29AF-50A8591C606A}"/>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256726422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A8F1D57-717D-E2D2-73FD-48E9632AF2B3}"/>
              </a:ext>
            </a:extLst>
          </p:cNvPr>
          <p:cNvSpPr>
            <a:spLocks noGrp="1"/>
          </p:cNvSpPr>
          <p:nvPr>
            <p:ph type="title"/>
          </p:nvPr>
        </p:nvSpPr>
        <p:spPr>
          <a:xfrm>
            <a:off x="736859" y="2692444"/>
            <a:ext cx="9314796" cy="4492401"/>
          </a:xfrm>
        </p:spPr>
        <p:txBody>
          <a:bodyPr/>
          <a:lstStyle/>
          <a:p>
            <a:r>
              <a:rPr lang="ar-SA" dirty="0"/>
              <a:t>الدعاء والتضرّع</a:t>
            </a:r>
            <a:endParaRPr lang="ar-EG" dirty="0"/>
          </a:p>
        </p:txBody>
      </p:sp>
      <p:sp>
        <p:nvSpPr>
          <p:cNvPr id="13" name="عنصر نائب للنص 12">
            <a:extLst>
              <a:ext uri="{FF2B5EF4-FFF2-40B4-BE49-F238E27FC236}">
                <a16:creationId xmlns:a16="http://schemas.microsoft.com/office/drawing/2014/main" id="{B3C7B1DF-9678-959A-29AF-50A8591C606A}"/>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241496100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C8F6899-1B6F-2320-AD01-297C591A2BD8}"/>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E1624F70-83D0-E3AD-B218-FE43162600D4}"/>
              </a:ext>
            </a:extLst>
          </p:cNvPr>
          <p:cNvSpPr>
            <a:spLocks noGrp="1"/>
          </p:cNvSpPr>
          <p:nvPr>
            <p:ph idx="1"/>
          </p:nvPr>
        </p:nvSpPr>
        <p:spPr/>
        <p:txBody>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ﵟوَلَمَّا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بَرَزُواْ لِجَالُوتَ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وَجُنُودِهِۦ</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قَالُواْ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رَبَّنَآ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أَفۡرِغۡ</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صَبۡرٗا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وَثَبِّتۡ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أَقۡدَامَنَا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وَٱنصُرۡنَا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عَلَى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ٱلۡقَوۡمِ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ٱلۡكَٰفِرِينَ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٢٥٠ ﵞ </a:t>
            </a:r>
            <a:endParaRPr lang="ar-SA"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endParaRP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[البقرة: 250] </a:t>
            </a:r>
            <a:endParaRPr lang="ar-EG"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8295843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C8F6899-1B6F-2320-AD01-297C591A2BD8}"/>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E1624F70-83D0-E3AD-B218-FE43162600D4}"/>
              </a:ext>
            </a:extLst>
          </p:cNvPr>
          <p:cNvSpPr>
            <a:spLocks noGrp="1"/>
          </p:cNvSpPr>
          <p:nvPr>
            <p:ph idx="1"/>
          </p:nvPr>
        </p:nvSpPr>
        <p:spPr/>
        <p:txBody>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ﵟقَالُوٓاْ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إِلَىٰ رَبِّنَا مُنقَلِبُونَ ١٢٥ وَمَا تَنقِمُ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إِلَّآ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ءَامَنَّا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بِـَٔايَٰتِ</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رَبِّنَا لَمَّا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جَآءَتۡنَاۚ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رَبَّنَآ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أَفۡرِغۡ</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عَلَيۡنَا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صَبۡرٗا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وَتَوَفَّنَا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مُسۡلِمِينَ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١٢٦ ﵞ </a:t>
            </a:r>
            <a:endParaRPr lang="ar-SA"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endParaRP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[الأعراف: 125-126] </a:t>
            </a:r>
            <a:endParaRPr lang="ar-EG"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11774980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C8F6899-1B6F-2320-AD01-297C591A2BD8}"/>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E1624F70-83D0-E3AD-B218-FE43162600D4}"/>
              </a:ext>
            </a:extLst>
          </p:cNvPr>
          <p:cNvSpPr>
            <a:spLocks noGrp="1"/>
          </p:cNvSpPr>
          <p:nvPr>
            <p:ph idx="1"/>
          </p:nvPr>
        </p:nvSpPr>
        <p:spPr/>
        <p:txBody>
          <a:bodyPr/>
          <a:lstStyle/>
          <a:p>
            <a:pPr marL="0" indent="0" algn="ctr">
              <a:lnSpc>
                <a:spcPct val="150000"/>
              </a:lnSpc>
              <a:buNone/>
            </a:pPr>
            <a:r>
              <a:rPr lang="ar-EG" sz="3600" dirty="0" err="1">
                <a:effectLst/>
                <a:latin typeface="KFGQPC HAFS Uthmanic Script" panose="02000000000000000000" pitchFamily="2" charset="-78"/>
                <a:cs typeface="KFGQPC HAFS Uthmanic Script" panose="02000000000000000000" pitchFamily="2" charset="-78"/>
              </a:rPr>
              <a:t>ﵟٱلَّذِينَ</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ٱسۡتَجَابُواْ</a:t>
            </a:r>
            <a:r>
              <a:rPr lang="ar-EG" sz="3600" dirty="0">
                <a:effectLst/>
                <a:latin typeface="KFGQPC HAFS Uthmanic Script" panose="02000000000000000000" pitchFamily="2" charset="-78"/>
                <a:cs typeface="KFGQPC HAFS Uthmanic Script" panose="02000000000000000000" pitchFamily="2" charset="-78"/>
              </a:rPr>
              <a:t> لِلَّهِ </a:t>
            </a:r>
            <a:r>
              <a:rPr lang="ar-EG" sz="3600" dirty="0" err="1">
                <a:effectLst/>
                <a:latin typeface="KFGQPC HAFS Uthmanic Script" panose="02000000000000000000" pitchFamily="2" charset="-78"/>
                <a:cs typeface="KFGQPC HAFS Uthmanic Script" panose="02000000000000000000" pitchFamily="2" charset="-78"/>
              </a:rPr>
              <a:t>وَٱلرَّسُولِ</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مِنۢ</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بَعۡدِ</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مَآ</a:t>
            </a:r>
            <a:r>
              <a:rPr lang="ar-EG" sz="3600" dirty="0">
                <a:effectLst/>
                <a:latin typeface="KFGQPC HAFS Uthmanic Script" panose="02000000000000000000" pitchFamily="2" charset="-78"/>
                <a:cs typeface="KFGQPC HAFS Uthmanic Script" panose="02000000000000000000" pitchFamily="2" charset="-78"/>
              </a:rPr>
              <a:t> أَصَابَهُمُ </a:t>
            </a:r>
            <a:r>
              <a:rPr lang="ar-EG" sz="3600" dirty="0" err="1">
                <a:effectLst/>
                <a:latin typeface="KFGQPC HAFS Uthmanic Script" panose="02000000000000000000" pitchFamily="2" charset="-78"/>
                <a:cs typeface="KFGQPC HAFS Uthmanic Script" panose="02000000000000000000" pitchFamily="2" charset="-78"/>
              </a:rPr>
              <a:t>ٱلۡقَرۡحُۚ</a:t>
            </a:r>
            <a:r>
              <a:rPr lang="ar-EG" sz="3600" dirty="0">
                <a:effectLst/>
                <a:latin typeface="KFGQPC HAFS Uthmanic Script" panose="02000000000000000000" pitchFamily="2" charset="-78"/>
                <a:cs typeface="KFGQPC HAFS Uthmanic Script" panose="02000000000000000000" pitchFamily="2" charset="-78"/>
              </a:rPr>
              <a:t> لِلَّذِينَ </a:t>
            </a:r>
            <a:r>
              <a:rPr lang="ar-EG" sz="3600" dirty="0" err="1">
                <a:effectLst/>
                <a:latin typeface="KFGQPC HAFS Uthmanic Script" panose="02000000000000000000" pitchFamily="2" charset="-78"/>
                <a:cs typeface="KFGQPC HAFS Uthmanic Script" panose="02000000000000000000" pitchFamily="2" charset="-78"/>
              </a:rPr>
              <a:t>أَحۡسَنُواْ</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مِنۡهُمۡ</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وَٱتَّقَوۡاْ</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أَجۡرٌ</a:t>
            </a:r>
            <a:r>
              <a:rPr lang="ar-EG" sz="3600" dirty="0">
                <a:effectLst/>
                <a:latin typeface="KFGQPC HAFS Uthmanic Script" panose="02000000000000000000" pitchFamily="2" charset="-78"/>
                <a:cs typeface="KFGQPC HAFS Uthmanic Script" panose="02000000000000000000" pitchFamily="2" charset="-78"/>
              </a:rPr>
              <a:t> عَظِيمٌ ١٧٢ ‌</a:t>
            </a:r>
            <a:r>
              <a:rPr lang="ar-EG" sz="3600" dirty="0" err="1">
                <a:effectLst/>
                <a:latin typeface="KFGQPC HAFS Uthmanic Script" panose="02000000000000000000" pitchFamily="2" charset="-78"/>
                <a:cs typeface="KFGQPC HAFS Uthmanic Script" panose="02000000000000000000" pitchFamily="2" charset="-78"/>
              </a:rPr>
              <a:t>ٱلَّذِينَ</a:t>
            </a:r>
            <a:r>
              <a:rPr lang="ar-EG" sz="3600" dirty="0">
                <a:effectLst/>
                <a:latin typeface="KFGQPC HAFS Uthmanic Script" panose="02000000000000000000" pitchFamily="2" charset="-78"/>
                <a:cs typeface="KFGQPC HAFS Uthmanic Script" panose="02000000000000000000" pitchFamily="2" charset="-78"/>
              </a:rPr>
              <a:t> ‌قَالَ ‌لَهُمُ </a:t>
            </a:r>
            <a:r>
              <a:rPr lang="ar-EG" sz="3600" dirty="0" err="1">
                <a:effectLst/>
                <a:latin typeface="KFGQPC HAFS Uthmanic Script" panose="02000000000000000000" pitchFamily="2" charset="-78"/>
                <a:cs typeface="KFGQPC HAFS Uthmanic Script" panose="02000000000000000000" pitchFamily="2" charset="-78"/>
              </a:rPr>
              <a:t>ٱلنَّاسُ</a:t>
            </a:r>
            <a:r>
              <a:rPr lang="ar-EG" sz="3600" dirty="0">
                <a:effectLst/>
                <a:latin typeface="KFGQPC HAFS Uthmanic Script" panose="02000000000000000000" pitchFamily="2" charset="-78"/>
                <a:cs typeface="KFGQPC HAFS Uthmanic Script" panose="02000000000000000000" pitchFamily="2" charset="-78"/>
              </a:rPr>
              <a:t> إِنَّ </a:t>
            </a:r>
            <a:r>
              <a:rPr lang="ar-EG" sz="3600" dirty="0" err="1">
                <a:effectLst/>
                <a:latin typeface="KFGQPC HAFS Uthmanic Script" panose="02000000000000000000" pitchFamily="2" charset="-78"/>
                <a:cs typeface="KFGQPC HAFS Uthmanic Script" panose="02000000000000000000" pitchFamily="2" charset="-78"/>
              </a:rPr>
              <a:t>ٱلنَّاسَ</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قَدۡ</a:t>
            </a:r>
            <a:r>
              <a:rPr lang="ar-EG" sz="3600" dirty="0">
                <a:effectLst/>
                <a:latin typeface="KFGQPC HAFS Uthmanic Script" panose="02000000000000000000" pitchFamily="2" charset="-78"/>
                <a:cs typeface="KFGQPC HAFS Uthmanic Script" panose="02000000000000000000" pitchFamily="2" charset="-78"/>
              </a:rPr>
              <a:t> جَمَعُواْ </a:t>
            </a:r>
            <a:r>
              <a:rPr lang="ar-EG" sz="3600" dirty="0" err="1">
                <a:effectLst/>
                <a:latin typeface="KFGQPC HAFS Uthmanic Script" panose="02000000000000000000" pitchFamily="2" charset="-78"/>
                <a:cs typeface="KFGQPC HAFS Uthmanic Script" panose="02000000000000000000" pitchFamily="2" charset="-78"/>
              </a:rPr>
              <a:t>لَكُمۡ</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فَٱخۡشَوۡهُمۡ</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فَزَادَهُمۡ</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إِيمَٰنٗا</a:t>
            </a:r>
            <a:r>
              <a:rPr lang="ar-EG" sz="3600" dirty="0">
                <a:effectLst/>
                <a:latin typeface="KFGQPC HAFS Uthmanic Script" panose="02000000000000000000" pitchFamily="2" charset="-78"/>
                <a:cs typeface="KFGQPC HAFS Uthmanic Script" panose="02000000000000000000" pitchFamily="2" charset="-78"/>
              </a:rPr>
              <a:t> وَقَالُواْ </a:t>
            </a:r>
            <a:r>
              <a:rPr lang="ar-EG" sz="3600" dirty="0" err="1">
                <a:effectLst/>
                <a:latin typeface="KFGQPC HAFS Uthmanic Script" panose="02000000000000000000" pitchFamily="2" charset="-78"/>
                <a:cs typeface="KFGQPC HAFS Uthmanic Script" panose="02000000000000000000" pitchFamily="2" charset="-78"/>
              </a:rPr>
              <a:t>حَسۡبُنَا</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ٱللَّهُ</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وَنِعۡمَ</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ٱلۡوَكِيلُ</a:t>
            </a:r>
            <a:r>
              <a:rPr lang="ar-EG" sz="3600" dirty="0">
                <a:effectLst/>
                <a:latin typeface="KFGQPC HAFS Uthmanic Script" panose="02000000000000000000" pitchFamily="2" charset="-78"/>
                <a:cs typeface="KFGQPC HAFS Uthmanic Script" panose="02000000000000000000" pitchFamily="2" charset="-78"/>
              </a:rPr>
              <a:t> ١٧٣ﵞ [آل عمران: 172-173]  </a:t>
            </a:r>
            <a:endParaRPr lang="ar-EG"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4884738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C8F6899-1B6F-2320-AD01-297C591A2BD8}"/>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E1624F70-83D0-E3AD-B218-FE43162600D4}"/>
              </a:ext>
            </a:extLst>
          </p:cNvPr>
          <p:cNvSpPr>
            <a:spLocks noGrp="1"/>
          </p:cNvSpPr>
          <p:nvPr>
            <p:ph idx="1"/>
          </p:nvPr>
        </p:nvSpPr>
        <p:spPr/>
        <p:txBody>
          <a:bodyPr/>
          <a:lstStyle/>
          <a:p>
            <a:pPr marL="0" indent="0" algn="ctr">
              <a:lnSpc>
                <a:spcPct val="150000"/>
              </a:lnSpc>
              <a:buNone/>
            </a:pPr>
            <a:r>
              <a:rPr lang="ar-EG" sz="3600" dirty="0" err="1">
                <a:effectLst/>
                <a:latin typeface="KFGQPC HAFS Uthmanic Script" panose="02000000000000000000" pitchFamily="2" charset="-78"/>
                <a:cs typeface="KFGQPC HAFS Uthmanic Script" panose="02000000000000000000" pitchFamily="2" charset="-78"/>
              </a:rPr>
              <a:t>ﵟفَٱنقَلَبُواْ</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بِنِعۡمَة</a:t>
            </a:r>
            <a:r>
              <a:rPr lang="ar-EG" sz="3600" dirty="0">
                <a:effectLst/>
                <a:latin typeface="KFGQPC HAFS Uthmanic Script" panose="02000000000000000000" pitchFamily="2" charset="-78"/>
                <a:cs typeface="KFGQPC HAFS Uthmanic Script" panose="02000000000000000000" pitchFamily="2" charset="-78"/>
              </a:rPr>
              <a:t>ٖ مِّنَ </a:t>
            </a:r>
            <a:r>
              <a:rPr lang="ar-EG" sz="3600" dirty="0" err="1">
                <a:effectLst/>
                <a:latin typeface="KFGQPC HAFS Uthmanic Script" panose="02000000000000000000" pitchFamily="2" charset="-78"/>
                <a:cs typeface="KFGQPC HAFS Uthmanic Script" panose="02000000000000000000" pitchFamily="2" charset="-78"/>
              </a:rPr>
              <a:t>ٱللَّهِ</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وَفَضۡل</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لَّمۡ</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يَمۡسَسۡهُمۡ</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سُوٓء</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وَٱتَّبَعُواْ</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رِضۡوَٰنَ</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ٱللَّهِۗ</a:t>
            </a:r>
            <a:r>
              <a:rPr lang="ar-EG" sz="3600" dirty="0">
                <a:effectLst/>
                <a:latin typeface="KFGQPC HAFS Uthmanic Script" panose="02000000000000000000" pitchFamily="2" charset="-78"/>
                <a:cs typeface="KFGQPC HAFS Uthmanic Script" panose="02000000000000000000" pitchFamily="2" charset="-78"/>
              </a:rPr>
              <a:t> </a:t>
            </a:r>
            <a:r>
              <a:rPr lang="ar-EG" sz="3600" dirty="0" err="1">
                <a:effectLst/>
                <a:latin typeface="KFGQPC HAFS Uthmanic Script" panose="02000000000000000000" pitchFamily="2" charset="-78"/>
                <a:cs typeface="KFGQPC HAFS Uthmanic Script" panose="02000000000000000000" pitchFamily="2" charset="-78"/>
              </a:rPr>
              <a:t>وَٱللَّهُ</a:t>
            </a:r>
            <a:r>
              <a:rPr lang="ar-EG" sz="3600" dirty="0">
                <a:effectLst/>
                <a:latin typeface="KFGQPC HAFS Uthmanic Script" panose="02000000000000000000" pitchFamily="2" charset="-78"/>
                <a:cs typeface="KFGQPC HAFS Uthmanic Script" panose="02000000000000000000" pitchFamily="2" charset="-78"/>
              </a:rPr>
              <a:t> ذُو </a:t>
            </a:r>
            <a:r>
              <a:rPr lang="ar-EG" sz="3600" dirty="0" err="1">
                <a:effectLst/>
                <a:latin typeface="KFGQPC HAFS Uthmanic Script" panose="02000000000000000000" pitchFamily="2" charset="-78"/>
                <a:cs typeface="KFGQPC HAFS Uthmanic Script" panose="02000000000000000000" pitchFamily="2" charset="-78"/>
              </a:rPr>
              <a:t>فَضۡلٍ</a:t>
            </a:r>
            <a:r>
              <a:rPr lang="ar-EG" sz="3600" dirty="0">
                <a:effectLst/>
                <a:latin typeface="KFGQPC HAFS Uthmanic Script" panose="02000000000000000000" pitchFamily="2" charset="-78"/>
                <a:cs typeface="KFGQPC HAFS Uthmanic Script" panose="02000000000000000000" pitchFamily="2" charset="-78"/>
              </a:rPr>
              <a:t> عَظِيمٍ ١٧٤ إِنَّمَا ذَٰلِكُمُ </a:t>
            </a:r>
            <a:r>
              <a:rPr lang="ar-EG" sz="3600" dirty="0" err="1">
                <a:effectLst/>
                <a:latin typeface="KFGQPC HAFS Uthmanic Script" panose="02000000000000000000" pitchFamily="2" charset="-78"/>
                <a:cs typeface="KFGQPC HAFS Uthmanic Script" panose="02000000000000000000" pitchFamily="2" charset="-78"/>
              </a:rPr>
              <a:t>ٱلشَّيۡطَٰنُ</a:t>
            </a:r>
            <a:r>
              <a:rPr lang="ar-EG" sz="3600" dirty="0">
                <a:effectLst/>
                <a:latin typeface="KFGQPC HAFS Uthmanic Script" panose="02000000000000000000" pitchFamily="2" charset="-78"/>
                <a:cs typeface="KFGQPC HAFS Uthmanic Script" panose="02000000000000000000" pitchFamily="2" charset="-78"/>
              </a:rPr>
              <a:t> يُخَوِّفُ </a:t>
            </a:r>
            <a:r>
              <a:rPr lang="ar-EG" sz="3600" dirty="0" err="1">
                <a:effectLst/>
                <a:latin typeface="KFGQPC HAFS Uthmanic Script" panose="02000000000000000000" pitchFamily="2" charset="-78"/>
                <a:cs typeface="KFGQPC HAFS Uthmanic Script" panose="02000000000000000000" pitchFamily="2" charset="-78"/>
              </a:rPr>
              <a:t>أَوۡلِيَآءَهُۥ</a:t>
            </a:r>
            <a:r>
              <a:rPr lang="ar-EG" sz="3600" dirty="0">
                <a:effectLst/>
                <a:latin typeface="KFGQPC HAFS Uthmanic Script" panose="02000000000000000000" pitchFamily="2" charset="-78"/>
                <a:cs typeface="KFGQPC HAFS Uthmanic Script" panose="02000000000000000000" pitchFamily="2" charset="-78"/>
              </a:rPr>
              <a:t> فَلَا </a:t>
            </a:r>
            <a:r>
              <a:rPr lang="ar-EG" sz="3600" dirty="0" err="1">
                <a:effectLst/>
                <a:latin typeface="KFGQPC HAFS Uthmanic Script" panose="02000000000000000000" pitchFamily="2" charset="-78"/>
                <a:cs typeface="KFGQPC HAFS Uthmanic Script" panose="02000000000000000000" pitchFamily="2" charset="-78"/>
              </a:rPr>
              <a:t>تَخَافُوهُمۡ</a:t>
            </a:r>
            <a:r>
              <a:rPr lang="ar-EG" sz="3600" dirty="0">
                <a:effectLst/>
                <a:latin typeface="KFGQPC HAFS Uthmanic Script" panose="02000000000000000000" pitchFamily="2" charset="-78"/>
                <a:cs typeface="KFGQPC HAFS Uthmanic Script" panose="02000000000000000000" pitchFamily="2" charset="-78"/>
              </a:rPr>
              <a:t> وَخَافُونِ إِن كُنتُم </a:t>
            </a:r>
            <a:r>
              <a:rPr lang="ar-EG" sz="3600" dirty="0" err="1">
                <a:effectLst/>
                <a:latin typeface="KFGQPC HAFS Uthmanic Script" panose="02000000000000000000" pitchFamily="2" charset="-78"/>
                <a:cs typeface="KFGQPC HAFS Uthmanic Script" panose="02000000000000000000" pitchFamily="2" charset="-78"/>
              </a:rPr>
              <a:t>مُّؤۡمِنِينَ</a:t>
            </a:r>
            <a:r>
              <a:rPr lang="ar-EG" sz="3600" dirty="0">
                <a:effectLst/>
                <a:latin typeface="KFGQPC HAFS Uthmanic Script" panose="02000000000000000000" pitchFamily="2" charset="-78"/>
                <a:cs typeface="KFGQPC HAFS Uthmanic Script" panose="02000000000000000000" pitchFamily="2" charset="-78"/>
              </a:rPr>
              <a:t> ١٧٥ﵞ [آل عمران: 174-175]  </a:t>
            </a:r>
            <a:endParaRPr lang="ar-EG"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8453927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A8F1D57-717D-E2D2-73FD-48E9632AF2B3}"/>
              </a:ext>
            </a:extLst>
          </p:cNvPr>
          <p:cNvSpPr>
            <a:spLocks noGrp="1"/>
          </p:cNvSpPr>
          <p:nvPr>
            <p:ph type="title"/>
          </p:nvPr>
        </p:nvSpPr>
        <p:spPr>
          <a:xfrm>
            <a:off x="736859" y="2692444"/>
            <a:ext cx="9314796" cy="4492401"/>
          </a:xfrm>
        </p:spPr>
        <p:txBody>
          <a:bodyPr/>
          <a:lstStyle/>
          <a:p>
            <a:r>
              <a:rPr lang="ar-EG" sz="72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وَلَا تَهِنُواْ وَلَا </a:t>
            </a:r>
            <a:r>
              <a:rPr lang="ar-EG" sz="72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تَحۡزَنُواْ</a:t>
            </a:r>
            <a:r>
              <a:rPr lang="ar-EG" sz="72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endParaRPr lang="ar-EG" dirty="0"/>
          </a:p>
        </p:txBody>
      </p:sp>
      <p:sp>
        <p:nvSpPr>
          <p:cNvPr id="13" name="عنصر نائب للنص 12">
            <a:extLst>
              <a:ext uri="{FF2B5EF4-FFF2-40B4-BE49-F238E27FC236}">
                <a16:creationId xmlns:a16="http://schemas.microsoft.com/office/drawing/2014/main" id="{B3C7B1DF-9678-959A-29AF-50A8591C606A}"/>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34022706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D23F6983-3E8D-3C4D-B399-5D4CB8D922DE}"/>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AC3022CE-97AC-E2AA-F867-F3FBFA8D33EE}"/>
              </a:ext>
            </a:extLst>
          </p:cNvPr>
          <p:cNvSpPr>
            <a:spLocks noGrp="1"/>
          </p:cNvSpPr>
          <p:nvPr>
            <p:ph idx="1"/>
          </p:nvPr>
        </p:nvSpPr>
        <p:spPr>
          <a:xfrm>
            <a:off x="742484" y="2874937"/>
            <a:ext cx="9314796" cy="6852350"/>
          </a:xfrm>
        </p:spPr>
        <p:txBody>
          <a:bodyPr vert="horz" lIns="143997" tIns="71998" rIns="143997" bIns="71998" rtlCol="1" anchor="ct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ﵟوَلَا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تَهِنُواْ وَلَا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تَحۡزَنُواْ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وَأَنتُمُ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ٱلۡأَعۡلَوۡنَ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إِن كُنتُم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مُّؤۡمِنِينَ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١٣٩ إِن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يَمۡسَسۡكُمۡ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قَرۡح</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فَقَدۡ</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مَسَّ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ٱلۡقَوۡمَ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قَرۡح</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مِّثۡلُهُۥۚ</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وَتِلۡكَ</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ٱلۡأَيَّامُ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نُدَاوِلُهَا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ٱلنَّاسِ</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وَلِيَعۡلَمَ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ٱلَّذِينَ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ءَامَنُواْ وَيَتَّخِذَ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مِنكُمۡ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شُهَدَآءَۗ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لَا يُحِبُّ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ٱلظَّٰلِمِينَ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١٤٠ ﵞ </a:t>
            </a:r>
            <a:endParaRPr lang="ar-SA"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endParaRPr>
          </a:p>
          <a:p>
            <a:pPr marL="0" indent="0" algn="ctr">
              <a:lnSpc>
                <a:spcPct val="150000"/>
              </a:lnSpc>
              <a:buNone/>
            </a:pPr>
            <a:r>
              <a:rPr lang="ar-EG" sz="36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[آل عمران: 139-140] </a:t>
            </a:r>
            <a:endParaRPr lang="en-GB"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04305067"/>
      </p:ext>
    </p:extLst>
  </p:cSld>
  <p:clrMapOvr>
    <a:overrideClrMapping bg1="lt1" tx1="dk1" bg2="lt2" tx2="dk2" accent1="accent1" accent2="accent2" accent3="accent3" accent4="accent4" accent5="accent5" accent6="accent6" hlink="hlink" folHlink="folHlink"/>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AB5D031-8086-BC0D-0CC4-6174E342182D}"/>
              </a:ext>
            </a:extLst>
          </p:cNvPr>
          <p:cNvSpPr>
            <a:spLocks noGrp="1"/>
          </p:cNvSpPr>
          <p:nvPr>
            <p:ph type="title"/>
          </p:nvPr>
        </p:nvSpPr>
        <p:spPr>
          <a:xfrm>
            <a:off x="736859" y="2692444"/>
            <a:ext cx="9314796" cy="4492401"/>
          </a:xfrm>
        </p:spPr>
        <p:txBody>
          <a:bodyPr/>
          <a:lstStyle/>
          <a:p>
            <a:r>
              <a:rPr lang="ar-EG" dirty="0"/>
              <a:t>مِن فضل الله ورحمته</a:t>
            </a:r>
          </a:p>
        </p:txBody>
      </p:sp>
      <p:sp>
        <p:nvSpPr>
          <p:cNvPr id="13" name="عنصر نائب للنص 12">
            <a:extLst>
              <a:ext uri="{FF2B5EF4-FFF2-40B4-BE49-F238E27FC236}">
                <a16:creationId xmlns:a16="http://schemas.microsoft.com/office/drawing/2014/main" id="{46154F83-0DFD-C81E-7EF6-74522E57A24C}"/>
              </a:ext>
            </a:extLst>
          </p:cNvPr>
          <p:cNvSpPr>
            <a:spLocks noGrp="1"/>
          </p:cNvSpPr>
          <p:nvPr>
            <p:ph type="body" idx="1"/>
          </p:nvPr>
        </p:nvSpPr>
        <p:spPr/>
        <p:txBody>
          <a:bodyPr/>
          <a:lstStyle/>
          <a:p>
            <a:endParaRPr lang="ar-EG"/>
          </a:p>
        </p:txBody>
      </p:sp>
    </p:spTree>
    <p:extLst>
      <p:ext uri="{BB962C8B-B14F-4D97-AF65-F5344CB8AC3E}">
        <p14:creationId xmlns:p14="http://schemas.microsoft.com/office/powerpoint/2010/main" val="339840854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B86D6AB5-58E6-1B10-AAB2-8D0E2BF53044}"/>
              </a:ext>
            </a:extLst>
          </p:cNvPr>
          <p:cNvSpPr>
            <a:spLocks noGrp="1"/>
          </p:cNvSpPr>
          <p:nvPr>
            <p:ph type="title"/>
          </p:nvPr>
        </p:nvSpPr>
        <p:spPr/>
        <p:txBody>
          <a:bodyPr/>
          <a:lstStyle/>
          <a:p>
            <a:endParaRPr lang="ar-EG"/>
          </a:p>
        </p:txBody>
      </p:sp>
      <p:sp>
        <p:nvSpPr>
          <p:cNvPr id="3" name="عنصر نائب للمحتوى 2">
            <a:extLst>
              <a:ext uri="{FF2B5EF4-FFF2-40B4-BE49-F238E27FC236}">
                <a16:creationId xmlns:a16="http://schemas.microsoft.com/office/drawing/2014/main" id="{6E4D6D49-D9E9-DD86-D477-EA97935C61B4}"/>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ﵟيَٰٓأَيُّهَا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ٱلنَّاسُ</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قَدۡ</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جَآءَتۡكُم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مَّوۡعِظَة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مِّن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رَّبِّكُمۡ</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وَشِفَآء</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لِّمَا فِي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ٱلصُّدُورِ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وَهُدٗى</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وَرَحۡمَة</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لِّلۡمُؤۡمِنِينَ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٥٧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قُلۡ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بِفَضۡلِ</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ٱللَّهِ</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وَبِرَحۡمَتِهِۦ</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فَبِذَٰلِكَ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فَلۡيَفۡرَحُواْ</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هُوَ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خَيۡر</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مِّمَّا </a:t>
            </a:r>
            <a:r>
              <a:rPr lang="ar-EG" sz="4800" dirty="0" err="1">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يَجۡمَعُونَ</a:t>
            </a: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 ٥٨ﵞ </a:t>
            </a:r>
            <a:endParaRPr lang="ar-SA"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endParaRPr>
          </a:p>
          <a:p>
            <a:pPr marL="0" indent="0" algn="ctr">
              <a:lnSpc>
                <a:spcPct val="150000"/>
              </a:lnSpc>
              <a:buNone/>
            </a:pPr>
            <a:r>
              <a:rPr lang="ar-EG" sz="4800" dirty="0">
                <a:ln w="0"/>
                <a:effectLst>
                  <a:outerShdw blurRad="38100" dist="19050" dir="2700000" algn="tl" rotWithShape="0">
                    <a:schemeClr val="dk1">
                      <a:alpha val="40000"/>
                    </a:schemeClr>
                  </a:outerShdw>
                </a:effectLst>
                <a:latin typeface="KFGQPC HAFS Uthmanic Script" panose="02000000000000000000" pitchFamily="2" charset="-78"/>
                <a:cs typeface="KFGQPC HAFS Uthmanic Script" panose="02000000000000000000" pitchFamily="2" charset="-78"/>
              </a:rPr>
              <a:t>[يونس: 57-58]  </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9115688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عنوان 12">
            <a:extLst>
              <a:ext uri="{FF2B5EF4-FFF2-40B4-BE49-F238E27FC236}">
                <a16:creationId xmlns:a16="http://schemas.microsoft.com/office/drawing/2014/main" id="{64481C63-55C9-1268-8ABF-53E115BE620A}"/>
              </a:ext>
            </a:extLst>
          </p:cNvPr>
          <p:cNvSpPr>
            <a:spLocks noGrp="1"/>
          </p:cNvSpPr>
          <p:nvPr>
            <p:ph type="title"/>
          </p:nvPr>
        </p:nvSpPr>
        <p:spPr/>
        <p:txBody>
          <a:bodyPr>
            <a:normAutofit/>
          </a:bodyPr>
          <a:lstStyle/>
          <a:p>
            <a:r>
              <a:rPr lang="ar-EG" dirty="0">
                <a:ln w="0"/>
                <a:effectLst>
                  <a:outerShdw blurRad="38100" dist="19050" dir="2700000" algn="tl" rotWithShape="0">
                    <a:schemeClr val="dk1">
                      <a:alpha val="40000"/>
                    </a:schemeClr>
                  </a:outerShdw>
                </a:effectLst>
              </a:rPr>
              <a:t>تفسير ابن أبي حاتم </a:t>
            </a:r>
            <a:br>
              <a:rPr lang="ar-EG" dirty="0">
                <a:ln w="0"/>
                <a:effectLst>
                  <a:outerShdw blurRad="38100" dist="19050" dir="2700000" algn="tl" rotWithShape="0">
                    <a:schemeClr val="dk1">
                      <a:alpha val="40000"/>
                    </a:schemeClr>
                  </a:outerShdw>
                </a:effectLst>
              </a:rPr>
            </a:br>
            <a:r>
              <a:rPr lang="ar-EG" dirty="0">
                <a:ln w="0"/>
                <a:effectLst>
                  <a:outerShdw blurRad="38100" dist="19050" dir="2700000" algn="tl" rotWithShape="0">
                    <a:schemeClr val="dk1">
                      <a:alpha val="40000"/>
                    </a:schemeClr>
                  </a:outerShdw>
                </a:effectLst>
              </a:rPr>
              <a:t>(6/ 1959) ( 10428 ) </a:t>
            </a:r>
          </a:p>
        </p:txBody>
      </p:sp>
      <p:sp>
        <p:nvSpPr>
          <p:cNvPr id="3" name="عنصر نائب للمحتوى 2">
            <a:extLst>
              <a:ext uri="{FF2B5EF4-FFF2-40B4-BE49-F238E27FC236}">
                <a16:creationId xmlns:a16="http://schemas.microsoft.com/office/drawing/2014/main" id="{6CEBBBD7-2342-84A2-FCD9-C83F1C0391BD}"/>
              </a:ext>
            </a:extLst>
          </p:cNvPr>
          <p:cNvSpPr>
            <a:spLocks noGrp="1"/>
          </p:cNvSpPr>
          <p:nvPr>
            <p:ph idx="1"/>
          </p:nvPr>
        </p:nvSpPr>
        <p:spPr>
          <a:xfrm>
            <a:off x="742484" y="2874937"/>
            <a:ext cx="9314796" cy="6852350"/>
          </a:xfrm>
        </p:spPr>
        <p:txBody>
          <a:bodyPr>
            <a:normAutofit/>
          </a:bodyPr>
          <a:lstStyle/>
          <a:p>
            <a:pPr marL="0" indent="0" algn="ctr">
              <a:lnSpc>
                <a:spcPct val="150000"/>
              </a:lnSpc>
              <a:buNone/>
            </a:pPr>
            <a:r>
              <a:rPr lang="ar-EG" sz="4800" dirty="0">
                <a:ln w="0"/>
                <a:effectLst>
                  <a:outerShdw blurRad="38100" dist="19050" dir="2700000" algn="tl" rotWithShape="0">
                    <a:schemeClr val="dk1">
                      <a:alpha val="40000"/>
                    </a:schemeClr>
                  </a:outerShdw>
                </a:effectLst>
              </a:rPr>
              <a:t>حَدَّثَنَا أَبِي، ثنا أَبُو صَالِحٍ حَدَّثَنِي مُعَاوِيَةُ بْنُ صَالِحٍ، عَنْ ‌عَلِيِّ بْنِ أَبِي طَلْحَةَ، عَنِ ابْنِ ‌عَبَّاسٍ قَوْلُهُ: ‌قُلْ ‌بِفَضْلِ ‌اللَّهِ ‌وَبِرَحْمَتِهِ قَالَ: </a:t>
            </a:r>
          </a:p>
          <a:p>
            <a:pPr marL="0" indent="0" algn="ctr">
              <a:lnSpc>
                <a:spcPct val="150000"/>
              </a:lnSpc>
              <a:buNone/>
            </a:pPr>
            <a:r>
              <a:rPr lang="ar-EG" sz="5400" dirty="0">
                <a:ln w="0"/>
                <a:effectLst>
                  <a:outerShdw blurRad="38100" dist="19050" dir="2700000" algn="tl" rotWithShape="0">
                    <a:schemeClr val="dk1">
                      <a:alpha val="40000"/>
                    </a:schemeClr>
                  </a:outerShdw>
                </a:effectLst>
              </a:rPr>
              <a:t>فَضْلُهُ: الإِسْلامُ، وَرَحْمَتِهِ الْقُرْآنُ</a:t>
            </a:r>
          </a:p>
        </p:txBody>
      </p:sp>
    </p:spTree>
    <p:extLst>
      <p:ext uri="{BB962C8B-B14F-4D97-AF65-F5344CB8AC3E}">
        <p14:creationId xmlns:p14="http://schemas.microsoft.com/office/powerpoint/2010/main" val="2348047406"/>
      </p:ext>
    </p:extLst>
  </p:cSld>
  <p:clrMapOvr>
    <a:masterClrMapping/>
  </p:clrMapOvr>
</p:sld>
</file>

<file path=ppt/theme/theme1.xml><?xml version="1.0" encoding="utf-8"?>
<a:theme xmlns:a="http://schemas.openxmlformats.org/drawingml/2006/main" name="تصميم مخص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akkal Majalla">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2013 - نسق 2022">
  <a:themeElements>
    <a:clrScheme name="Office 2013 - نسق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akkal Majalla">
      <a:majorFont>
        <a:latin typeface="Sakkal Majalla"/>
        <a:ea typeface=""/>
        <a:cs typeface="Sakkal Majalla"/>
      </a:majorFont>
      <a:minorFont>
        <a:latin typeface="Sakkal Majalla"/>
        <a:ea typeface=""/>
        <a:cs typeface="Sakkal Majalla"/>
      </a:minorFont>
    </a:fontScheme>
    <a:fmtScheme name="Office 2013 - نسق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894</TotalTime>
  <Words>5293</Words>
  <Application>Microsoft Office PowerPoint</Application>
  <PresentationFormat>مخصص</PresentationFormat>
  <Paragraphs>293</Paragraphs>
  <Slides>115</Slides>
  <Notes>9</Notes>
  <HiddenSlides>0</HiddenSlides>
  <MMClips>0</MMClips>
  <ScaleCrop>false</ScaleCrop>
  <HeadingPairs>
    <vt:vector size="6" baseType="variant">
      <vt:variant>
        <vt:lpstr>الخطوط المستخدمة</vt:lpstr>
      </vt:variant>
      <vt:variant>
        <vt:i4>7</vt:i4>
      </vt:variant>
      <vt:variant>
        <vt:lpstr>نسق</vt:lpstr>
      </vt:variant>
      <vt:variant>
        <vt:i4>2</vt:i4>
      </vt:variant>
      <vt:variant>
        <vt:lpstr>عناوين الشرائح</vt:lpstr>
      </vt:variant>
      <vt:variant>
        <vt:i4>115</vt:i4>
      </vt:variant>
    </vt:vector>
  </HeadingPairs>
  <TitlesOfParts>
    <vt:vector size="124" baseType="lpstr">
      <vt:lpstr>Aptos</vt:lpstr>
      <vt:lpstr>Arial</vt:lpstr>
      <vt:lpstr>Calibri</vt:lpstr>
      <vt:lpstr>KFGQPC Arabic Symbols 01</vt:lpstr>
      <vt:lpstr>KFGQPC HAFS Uthmanic Script</vt:lpstr>
      <vt:lpstr>mylotus</vt:lpstr>
      <vt:lpstr>Sakkal Majalla</vt:lpstr>
      <vt:lpstr>تصميم مخصص</vt:lpstr>
      <vt:lpstr>Office 2013 - نسق 2022</vt:lpstr>
      <vt:lpstr>المسلم لا يهون على الله ﷻ وإن هان على الناس</vt:lpstr>
      <vt:lpstr>لنا في الأنبياء قدوة وأسوة</vt:lpstr>
      <vt:lpstr>نبينا محمد ﷺ</vt:lpstr>
      <vt:lpstr>عرض تقديمي في PowerPoint</vt:lpstr>
      <vt:lpstr>قال السعدي (١٣٧٦ هـ)  في "تفسيره"</vt:lpstr>
      <vt:lpstr>قال السعدي (١٣٧٦ هـ)  في "تفسيره"</vt:lpstr>
      <vt:lpstr>عرض تقديمي في PowerPoint</vt:lpstr>
      <vt:lpstr>عرض تقديمي في PowerPoint</vt:lpstr>
      <vt:lpstr>عرض تقديمي في PowerPoint</vt:lpstr>
      <vt:lpstr>عرض تقديمي في PowerPoint</vt:lpstr>
      <vt:lpstr>عرض تقديمي في PowerPoint</vt:lpstr>
      <vt:lpstr>الحديث الأول</vt:lpstr>
      <vt:lpstr>صحيح مسلم – ط التركية ( 1794 ) كتاب الجهاد والسير باب ما لقي النبي ﷺ من أذى المشركين والمنافقين</vt:lpstr>
      <vt:lpstr>صحيح مسلم – ط التركية ( 1794 ) كتاب الجهاد والسير باب ما لقي النبي ﷺ من أذى المشركين والمنافقين</vt:lpstr>
      <vt:lpstr>صحيح مسلم – ط التركية ( 1794 ) كتاب الجهاد والسير باب ما لقي النبي ﷺ من أذى المشركين والمنافقين</vt:lpstr>
      <vt:lpstr>صحيح مسلم – ط التركية ( 1794 ) كتاب الجهاد والسير باب ما لقي النبي ﷺ من أذى المشركين والمنافقين</vt:lpstr>
      <vt:lpstr>الحديث الثاني</vt:lpstr>
      <vt:lpstr>صحيح البخاري – ط السلطانية ( 5386 ) كتاب الأطعمة باب الخبز المرقق والأكل على الخوان والسفرة</vt:lpstr>
      <vt:lpstr>ابن حجر "فتح الباري بشرح صحيح البخاري" ( سُكُرُّجَةٍ )</vt:lpstr>
      <vt:lpstr>ابن حجر "فتح الباري بشرح صحيح البخاري" ( سُكُرُّجَةٍ )</vt:lpstr>
      <vt:lpstr>ابن حجر "فتح الباري بشرح صحيح البخاري" ( خِوان )</vt:lpstr>
      <vt:lpstr>ابن حجر "فتح الباري بشرح صحيح البخاري"  ( عَلَى السُّفَرِ ) </vt:lpstr>
      <vt:lpstr>ابن حجر "فتح الباري بشرح صحيح البخاري"  ( يَأْكُلُونَ ) </vt:lpstr>
      <vt:lpstr>الحديث الثالث</vt:lpstr>
      <vt:lpstr>صحيح البخاري -  السلطانية ( 5416 ) كتاب الأطعمة ، باب ما كان النبي ﷺ وأصحابه يأكلون</vt:lpstr>
      <vt:lpstr>الحديث الرابع</vt:lpstr>
      <vt:lpstr>صحيح ابن حبان ( 7267 ) كتاب التاريخ ، ذكر البيان بأن المصطفى ﷺ قد كان يبذل ما وصفناه من هذه الدنيا مع ما يعزف نفسه عنها </vt:lpstr>
      <vt:lpstr>الحديث الخامس</vt:lpstr>
      <vt:lpstr>الضياء المقدسي في "الأحاديث المختارة" ( 2596 )</vt:lpstr>
      <vt:lpstr>الحديث السادس</vt:lpstr>
      <vt:lpstr>صحيح مسلم - ط التركية (2498) كتاب فضائل الصحابة ، باب من فضائل  أبي موسى وأبي عامر الْأشعريين </vt:lpstr>
      <vt:lpstr>الحديث السابع</vt:lpstr>
      <vt:lpstr>سنن الترمذي - ت بشار ( 2377 ) أبواب الزهد عن رسول الله ﷺ</vt:lpstr>
      <vt:lpstr>الحديث الثامن</vt:lpstr>
      <vt:lpstr>صحيح البخاري – ط السلطانية ( 5191 ) كتاب النكاح ، باب موعظة الرجل ابنته لحال زوجها</vt:lpstr>
      <vt:lpstr>صحيح البخاري – ط السلطانية ( 5191 ) كتاب النكاح ، باب موعظة الرجل ابنته لحال زوجها</vt:lpstr>
      <vt:lpstr>صحيح البخاري – ط السلطانية ( 5191 ) كتاب النكاح ، باب موعظة الرجل ابنته لحال زوجها</vt:lpstr>
      <vt:lpstr>الحديث التاسع</vt:lpstr>
      <vt:lpstr>صحيح مسلم – ط التركية ( 2038 ) كتاب الْأشربة ، باب جواز استتباعه غيره إلى دار من يثق برضاه بذلك</vt:lpstr>
      <vt:lpstr>صحيح مسلم – ط التركية ( 2038 ) كتاب الْأشربة ، باب جواز استتباعه غيره إلى دار من يثق برضاه بذلك</vt:lpstr>
      <vt:lpstr>صحيح مسلم – ط التركية ( 2038 ) كتاب الْأشربة ، باب جواز استتباعه غيره إلى دار من يثق برضاه بذلك</vt:lpstr>
      <vt:lpstr>خليل الله إبراهيم  </vt:lpstr>
      <vt:lpstr>عرض تقديمي في PowerPoint</vt:lpstr>
      <vt:lpstr>عرض تقديمي في PowerPoint</vt:lpstr>
      <vt:lpstr>نبي الله شعيب  </vt:lpstr>
      <vt:lpstr>عرض تقديمي في PowerPoint</vt:lpstr>
      <vt:lpstr>نبي الله يوسف  </vt:lpstr>
      <vt:lpstr>صحيح البخاري – ط السلطانية ( 3353 ) كتاب أحاديث الأنبياء ، باب قول الله تعالى  واتخذ الله إبراهيم خليلا</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نبي الله موسى  </vt:lpstr>
      <vt:lpstr>عرض تقديمي في PowerPoint</vt:lpstr>
      <vt:lpstr>عرض تقديمي في PowerPoint</vt:lpstr>
      <vt:lpstr>عرض تقديمي في PowerPoint</vt:lpstr>
      <vt:lpstr>صحيح البخاري – ط السلطانية ( 3150 ) كتاب فرض الخمس ، باب ما كان النبي يعطي المؤلفة قلوبهم وغيرهم</vt:lpstr>
      <vt:lpstr>نبي الله لوط  </vt:lpstr>
      <vt:lpstr>عرض تقديمي في PowerPoint</vt:lpstr>
      <vt:lpstr>عرض تقديمي في PowerPoint</vt:lpstr>
      <vt:lpstr>صحيح البخاري – ط السلطانية كتاب أحاديث الأنبياء </vt:lpstr>
      <vt:lpstr>صحيح البخاري – ط السلطانية ( 3375 )</vt:lpstr>
      <vt:lpstr>في صحابة رسول الله ﷺ  أسوة حسنة</vt:lpstr>
      <vt:lpstr>مصعب بن عمير  </vt:lpstr>
      <vt:lpstr>صحيح البخاري – ط السلطانية ( 1275 ) كتاب الجنائز ، باب إذا لم يوجد إلا ثوب واحد</vt:lpstr>
      <vt:lpstr>هل هذه مفاجأة  أم أن الله ﷻ أخبرنا بهذا؟</vt:lpstr>
      <vt:lpstr>عرض تقديمي في PowerPoint</vt:lpstr>
      <vt:lpstr>عرض تقديمي في PowerPoint</vt:lpstr>
      <vt:lpstr>قال السعدي (١٣٧٦ هـ)  في "تفسيره"</vt:lpstr>
      <vt:lpstr>قال السعدي (١٣٧٦ هـ)  في "تفسيره"</vt:lpstr>
      <vt:lpstr>قال السعدي (١٣٧٦ هـ)  في "تفسيره"</vt:lpstr>
      <vt:lpstr>قال السعدي (١٣٧٦ هـ)  في "تفسيره"</vt:lpstr>
      <vt:lpstr>قال السعدي (١٣٧٦ هـ)  في "تفسيره"</vt:lpstr>
      <vt:lpstr>قال السعدي (١٣٧٦ هـ)  في "تفسيره"</vt:lpstr>
      <vt:lpstr>قال السعدي (١٣٧٦ هـ)  في "تفسيره"</vt:lpstr>
      <vt:lpstr>قال السعدي (١٣٧٦ هـ)  في "تفسيره"</vt:lpstr>
      <vt:lpstr>عرض تقديمي في PowerPoint</vt:lpstr>
      <vt:lpstr>هل هناك صلة بين نعيم الدنيا والكرامة على الله ﷻ ؟</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كيف يكون الكفار في كلِّ هذا النعيم  وحال المسلمين لا يخفى على أحد؟</vt:lpstr>
      <vt:lpstr>عرض تقديمي في PowerPoint</vt:lpstr>
      <vt:lpstr>قال السعدي (١٣٧٦ هـ)  في "تفسيره"</vt:lpstr>
      <vt:lpstr>قال السعدي (١٣٧٦ هـ)  في "تفسيره"</vt:lpstr>
      <vt:lpstr>قال السعدي (١٣٧٦ هـ)  في "تفسيره"</vt:lpstr>
      <vt:lpstr>عرض تقديمي في PowerPoint</vt:lpstr>
      <vt:lpstr>عرض تقديمي في PowerPoint</vt:lpstr>
      <vt:lpstr>عرض تقديمي في PowerPoint</vt:lpstr>
      <vt:lpstr>عرض تقديمي في PowerPoint</vt:lpstr>
      <vt:lpstr>عرض تقديمي في PowerPoint</vt:lpstr>
      <vt:lpstr>هل أراد الله ﷻ بالمسلمين الخير  رغم الابتلاءات؟</vt:lpstr>
      <vt:lpstr>عرض تقديمي في PowerPoint</vt:lpstr>
      <vt:lpstr>مِن واجبنا عند الابتلاء نسأل الله ﷻ معافاته</vt:lpstr>
      <vt:lpstr>الدعاء والتضرّع</vt:lpstr>
      <vt:lpstr>عرض تقديمي في PowerPoint</vt:lpstr>
      <vt:lpstr>عرض تقديمي في PowerPoint</vt:lpstr>
      <vt:lpstr>عرض تقديمي في PowerPoint</vt:lpstr>
      <vt:lpstr>عرض تقديمي في PowerPoint</vt:lpstr>
      <vt:lpstr>وَلَا تَهِنُواْ وَلَا تَحۡزَنُواْ </vt:lpstr>
      <vt:lpstr>عرض تقديمي في PowerPoint</vt:lpstr>
      <vt:lpstr>مِن فضل الله ورحمته</vt:lpstr>
      <vt:lpstr>عرض تقديمي في PowerPoint</vt:lpstr>
      <vt:lpstr>تفسير ابن أبي حاتم  (6/ 1959) ( 10428 )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المبحث الثالث عشر المسلم لا يهون على الله ﷻ وإن هان على الناس</dc:title>
  <dc:creator>Haitham El-Ghareeb</dc:creator>
  <cp:lastModifiedBy>Haitham El-Ghareeb</cp:lastModifiedBy>
  <cp:revision>73</cp:revision>
  <dcterms:created xsi:type="dcterms:W3CDTF">2023-09-08T11:06:04Z</dcterms:created>
  <dcterms:modified xsi:type="dcterms:W3CDTF">2024-05-28T20:24:52Z</dcterms:modified>
</cp:coreProperties>
</file>